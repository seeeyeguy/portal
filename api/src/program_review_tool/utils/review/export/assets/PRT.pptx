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24"/>
  </p:notesMasterIdLst>
  <p:handoutMasterIdLst>
    <p:handoutMasterId r:id="rId25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37373"/>
    <a:srgbClr val="172430"/>
    <a:srgbClr val="002B83"/>
    <a:srgbClr val="309143"/>
    <a:srgbClr val="EDC948"/>
    <a:srgbClr val="B60A1C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EA638B19-AF8F-4D81-84F4-C0FB9B5D45B4}">
  <a:tblStyle styleId="{EA638B19-AF8F-4D81-84F4-C0FB9B5D45B4}" styleName="L3Harris Table 01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3175">
              <a:solidFill>
                <a:schemeClr val="dk1"/>
              </a:solidFill>
            </a:ln>
          </a:top>
          <a:bottom>
            <a:ln w="3175">
              <a:solidFill>
                <a:schemeClr val="dk1"/>
              </a:solidFill>
            </a:ln>
          </a:bottom>
          <a:insideH>
            <a:ln w="3175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lastCol>
      <a:tcTxStyle b="on">
        <a:fontRef idx="minor"/>
      </a:tcTxStyle>
      <a:tcStyle>
        <a:tcBdr/>
      </a:tcStyle>
    </a:lastCol>
    <a:firstCol>
      <a:tcTxStyle b="on">
        <a:fontRef idx="minor"/>
      </a:tcTxStyle>
      <a:tcStyle>
        <a:tcBdr/>
      </a:tcStyle>
    </a:firstCol>
    <a:lastRow>
      <a:tcTxStyle b="on">
        <a:fontRef idx="minor"/>
        <a:schemeClr val="dk1"/>
      </a:tcTxStyle>
      <a:tcStyle>
        <a:tcBdr>
          <a:top>
            <a:ln w="12700">
              <a:solidFill>
                <a:schemeClr val="dk1"/>
              </a:solidFill>
            </a:ln>
          </a:top>
          <a:bottom>
            <a:ln>
              <a:noFill/>
            </a:ln>
          </a:bottom>
        </a:tcBdr>
        <a:fill>
          <a:noFill/>
        </a:fill>
      </a:tcStyle>
    </a:lastRow>
    <a:firstRow>
      <a:tcTxStyle b="on">
        <a:fontRef idx="minor"/>
        <a:schemeClr val="lt1"/>
      </a:tcTxStyle>
      <a:tcStyle>
        <a:tcBdr>
          <a:top>
            <a:ln>
              <a:noFill/>
            </a:ln>
          </a:top>
          <a:bottom>
            <a:ln>
              <a:noFill/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623" autoAdjust="0"/>
    <p:restoredTop sz="94656"/>
  </p:normalViewPr>
  <p:slideViewPr>
    <p:cSldViewPr snapToGrid="0" showGuides="1">
      <p:cViewPr varScale="1">
        <p:scale>
          <a:sx n="106" d="100"/>
          <a:sy n="106" d="100"/>
        </p:scale>
        <p:origin x="804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81" d="100"/>
          <a:sy n="81" d="100"/>
        </p:scale>
        <p:origin x="3894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rbonneau, Nathaniel (US) - SMS" userId="e356a6b2-cd98-4cf8-9e8a-51b62fe00397" providerId="ADAL" clId="{A9E603A2-D1D5-4773-92E6-3B1AC4455016}"/>
    <pc:docChg chg="custSel modSld">
      <pc:chgData name="Charbonneau, Nathaniel (US) - SMS" userId="e356a6b2-cd98-4cf8-9e8a-51b62fe00397" providerId="ADAL" clId="{A9E603A2-D1D5-4773-92E6-3B1AC4455016}" dt="2026-01-08T20:40:34.133" v="43" actId="478"/>
      <pc:docMkLst>
        <pc:docMk/>
      </pc:docMkLst>
      <pc:sldChg chg="modSp mod">
        <pc:chgData name="Charbonneau, Nathaniel (US) - SMS" userId="e356a6b2-cd98-4cf8-9e8a-51b62fe00397" providerId="ADAL" clId="{A9E603A2-D1D5-4773-92E6-3B1AC4455016}" dt="2026-01-08T20:29:48.720" v="42" actId="166"/>
        <pc:sldMkLst>
          <pc:docMk/>
          <pc:sldMk cId="3979934098" sldId="257"/>
        </pc:sldMkLst>
        <pc:spChg chg="ord">
          <ac:chgData name="Charbonneau, Nathaniel (US) - SMS" userId="e356a6b2-cd98-4cf8-9e8a-51b62fe00397" providerId="ADAL" clId="{A9E603A2-D1D5-4773-92E6-3B1AC4455016}" dt="2026-01-08T20:29:48.720" v="42" actId="166"/>
          <ac:spMkLst>
            <pc:docMk/>
            <pc:sldMk cId="3979934098" sldId="257"/>
            <ac:spMk id="5" creationId="{94735E6F-DAB2-353D-A8B1-506E6D9F8F2B}"/>
          </ac:spMkLst>
        </pc:spChg>
        <pc:spChg chg="ord">
          <ac:chgData name="Charbonneau, Nathaniel (US) - SMS" userId="e356a6b2-cd98-4cf8-9e8a-51b62fe00397" providerId="ADAL" clId="{A9E603A2-D1D5-4773-92E6-3B1AC4455016}" dt="2026-01-08T20:29:48.720" v="42" actId="166"/>
          <ac:spMkLst>
            <pc:docMk/>
            <pc:sldMk cId="3979934098" sldId="257"/>
            <ac:spMk id="6" creationId="{58202E0C-E1D6-6AF9-A0DF-44E9BE7B4E26}"/>
          </ac:spMkLst>
        </pc:spChg>
        <pc:spChg chg="ord">
          <ac:chgData name="Charbonneau, Nathaniel (US) - SMS" userId="e356a6b2-cd98-4cf8-9e8a-51b62fe00397" providerId="ADAL" clId="{A9E603A2-D1D5-4773-92E6-3B1AC4455016}" dt="2026-01-08T20:29:48.720" v="42" actId="166"/>
          <ac:spMkLst>
            <pc:docMk/>
            <pc:sldMk cId="3979934098" sldId="257"/>
            <ac:spMk id="7" creationId="{25B36D4F-C88B-6E29-1F39-499501E4F1B1}"/>
          </ac:spMkLst>
        </pc:spChg>
        <pc:spChg chg="ord">
          <ac:chgData name="Charbonneau, Nathaniel (US) - SMS" userId="e356a6b2-cd98-4cf8-9e8a-51b62fe00397" providerId="ADAL" clId="{A9E603A2-D1D5-4773-92E6-3B1AC4455016}" dt="2026-01-08T20:29:48.720" v="42" actId="166"/>
          <ac:spMkLst>
            <pc:docMk/>
            <pc:sldMk cId="3979934098" sldId="257"/>
            <ac:spMk id="8" creationId="{8AA086E3-E087-7079-785B-27D07DB8299C}"/>
          </ac:spMkLst>
        </pc:spChg>
      </pc:sldChg>
      <pc:sldChg chg="addSp delSp modSp mod">
        <pc:chgData name="Charbonneau, Nathaniel (US) - SMS" userId="e356a6b2-cd98-4cf8-9e8a-51b62fe00397" providerId="ADAL" clId="{A9E603A2-D1D5-4773-92E6-3B1AC4455016}" dt="2026-01-08T20:40:34.133" v="43" actId="478"/>
        <pc:sldMkLst>
          <pc:docMk/>
          <pc:sldMk cId="3098909055" sldId="259"/>
        </pc:sldMkLst>
        <pc:spChg chg="mod">
          <ac:chgData name="Charbonneau, Nathaniel (US) - SMS" userId="e356a6b2-cd98-4cf8-9e8a-51b62fe00397" providerId="ADAL" clId="{A9E603A2-D1D5-4773-92E6-3B1AC4455016}" dt="2026-01-08T20:21:37.619" v="40" actId="1076"/>
          <ac:spMkLst>
            <pc:docMk/>
            <pc:sldMk cId="3098909055" sldId="259"/>
            <ac:spMk id="6" creationId="{40304CC2-4811-7A1A-04ED-68AFDF15CF25}"/>
          </ac:spMkLst>
        </pc:spChg>
        <pc:spChg chg="mod">
          <ac:chgData name="Charbonneau, Nathaniel (US) - SMS" userId="e356a6b2-cd98-4cf8-9e8a-51b62fe00397" providerId="ADAL" clId="{A9E603A2-D1D5-4773-92E6-3B1AC4455016}" dt="2026-01-08T20:21:34.766" v="39" actId="14100"/>
          <ac:spMkLst>
            <pc:docMk/>
            <pc:sldMk cId="3098909055" sldId="259"/>
            <ac:spMk id="7" creationId="{2CF5CF83-0BAD-8B9C-A422-C8EAF7DE8C3D}"/>
          </ac:spMkLst>
        </pc:spChg>
        <pc:spChg chg="mod">
          <ac:chgData name="Charbonneau, Nathaniel (US) - SMS" userId="e356a6b2-cd98-4cf8-9e8a-51b62fe00397" providerId="ADAL" clId="{A9E603A2-D1D5-4773-92E6-3B1AC4455016}" dt="2026-01-08T20:21:29.094" v="37" actId="14100"/>
          <ac:spMkLst>
            <pc:docMk/>
            <pc:sldMk cId="3098909055" sldId="259"/>
            <ac:spMk id="8" creationId="{F4FCCB49-62CD-FA63-B1A5-4F111F4D88CE}"/>
          </ac:spMkLst>
        </pc:spChg>
        <pc:spChg chg="mod">
          <ac:chgData name="Charbonneau, Nathaniel (US) - SMS" userId="e356a6b2-cd98-4cf8-9e8a-51b62fe00397" providerId="ADAL" clId="{A9E603A2-D1D5-4773-92E6-3B1AC4455016}" dt="2026-01-08T20:21:43.540" v="41" actId="1076"/>
          <ac:spMkLst>
            <pc:docMk/>
            <pc:sldMk cId="3098909055" sldId="259"/>
            <ac:spMk id="9" creationId="{E77019C0-FDE9-C6EF-13C8-23C2687A1658}"/>
          </ac:spMkLst>
        </pc:spChg>
        <pc:picChg chg="add del mod ord">
          <ac:chgData name="Charbonneau, Nathaniel (US) - SMS" userId="e356a6b2-cd98-4cf8-9e8a-51b62fe00397" providerId="ADAL" clId="{A9E603A2-D1D5-4773-92E6-3B1AC4455016}" dt="2026-01-08T20:19:39.659" v="5" actId="478"/>
          <ac:picMkLst>
            <pc:docMk/>
            <pc:sldMk cId="3098909055" sldId="259"/>
            <ac:picMk id="4" creationId="{8AA0D320-2F98-2164-C5FE-93D9000B2CD0}"/>
          </ac:picMkLst>
        </pc:picChg>
        <pc:picChg chg="add del mod ord">
          <ac:chgData name="Charbonneau, Nathaniel (US) - SMS" userId="e356a6b2-cd98-4cf8-9e8a-51b62fe00397" providerId="ADAL" clId="{A9E603A2-D1D5-4773-92E6-3B1AC4455016}" dt="2026-01-08T20:40:34.133" v="43" actId="478"/>
          <ac:picMkLst>
            <pc:docMk/>
            <pc:sldMk cId="3098909055" sldId="259"/>
            <ac:picMk id="10" creationId="{BD559DFA-8010-322D-0032-13E5A0E80CA4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9CDB47D-8CCE-0349-960C-2E5541681FD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40D9996-CA2E-DD41-9438-070CF141BF3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ED06A4-8F7B-974B-B734-1ED967E82B37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148946-3C43-CE4A-AB16-5A87BDD672F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83EDB7-B7F9-144D-AC2B-EEAD2893B05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D64864-0E8C-3347-AF7C-F8EB0B3224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3561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9E9AA5-4EBA-7C43-A74A-42DA5466B4F2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C4566B-DD89-4947-8F18-46DAFD059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83125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171450" indent="-171450" algn="l" defTabSz="914400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628650" indent="-171450" algn="l" defTabSz="914400" rtl="0" eaLnBrk="1" latinLnBrk="0" hangingPunct="1">
      <a:buFont typeface="Arial" panose="020B0604020202020204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1085850" indent="-171450" algn="l" defTabSz="914400" rtl="0" eaLnBrk="1" latinLnBrk="0" hangingPunct="1">
      <a:buFont typeface="Arial" panose="020B0604020202020204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543050" indent="-171450" algn="l" defTabSz="914400" rtl="0" eaLnBrk="1" latinLnBrk="0" hangingPunct="1">
      <a:buFont typeface="Arial" panose="020B0604020202020204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2000250" indent="-171450" algn="l" defTabSz="914400" rtl="0" eaLnBrk="1" latinLnBrk="0" hangingPunct="1">
      <a:buFont typeface="Arial" panose="020B0604020202020204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457450" indent="-171450" algn="l" defTabSz="914400" rtl="0" eaLnBrk="1" latinLnBrk="0" hangingPunct="1">
      <a:buFont typeface="Arial" panose="020B0604020202020204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914650" indent="-171450" algn="l" defTabSz="914400" rtl="0" eaLnBrk="1" latinLnBrk="0" hangingPunct="1">
      <a:buFont typeface="Arial" panose="020B0604020202020204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371850" indent="-171450" algn="l" defTabSz="914400" rtl="0" eaLnBrk="1" latinLnBrk="0" hangingPunct="1">
      <a:buFont typeface="Arial" panose="020B0604020202020204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829050" indent="-171450" algn="l" defTabSz="914400" rtl="0" eaLnBrk="1" latinLnBrk="0" hangingPunct="1">
      <a:buFont typeface="Arial" panose="020B0604020202020204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picture containing sky, water, outdoor, sport&#10;&#10;AI-generated content may be incorrect.">
            <a:extLst>
              <a:ext uri="{FF2B5EF4-FFF2-40B4-BE49-F238E27FC236}">
                <a16:creationId xmlns:a16="http://schemas.microsoft.com/office/drawing/2014/main" id="{3E77178F-0BB9-C7B3-D2C4-CDCB964DA96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F0DD707C-58A6-322E-151B-ECF809F9A0E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86836" y="1415097"/>
            <a:ext cx="4135582" cy="1122994"/>
          </a:xfrm>
        </p:spPr>
        <p:txBody>
          <a:bodyPr anchor="t" anchorCtr="0">
            <a:normAutofit/>
          </a:bodyPr>
          <a:lstStyle>
            <a:lvl1pPr algn="l">
              <a:lnSpc>
                <a:spcPct val="100000"/>
              </a:lnSpc>
              <a:defRPr sz="2100" u="none" cap="all" spc="0" baseline="0">
                <a:solidFill>
                  <a:srgbClr val="000000"/>
                </a:solidFill>
                <a:uFill>
                  <a:solidFill>
                    <a:schemeClr val="tx2"/>
                  </a:solidFill>
                </a:uFill>
              </a:defRPr>
            </a:lvl1pPr>
          </a:lstStyle>
          <a:p>
            <a:r>
              <a:rPr lang="en-US" spc="-40" dirty="0"/>
              <a:t>PRESENTATION TITLE IS ARIAL BOLD 21PT, ALL CAPS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851F7399-04B7-B5B9-E943-8B5B416DD57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86836" y="2540837"/>
            <a:ext cx="4135580" cy="548639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400">
                <a:solidFill>
                  <a:srgbClr val="000000"/>
                </a:solidFill>
              </a:defRPr>
            </a:lvl1pPr>
            <a:lvl2pPr marL="0" indent="0" algn="l">
              <a:spcBef>
                <a:spcPts val="0"/>
              </a:spcBef>
              <a:buNone/>
              <a:defRPr sz="1600"/>
            </a:lvl2pPr>
            <a:lvl3pPr marL="0" indent="0" algn="l">
              <a:spcBef>
                <a:spcPts val="0"/>
              </a:spcBef>
              <a:buNone/>
              <a:defRPr sz="1600"/>
            </a:lvl3pPr>
            <a:lvl4pPr marL="0" indent="0" algn="l">
              <a:spcBef>
                <a:spcPts val="0"/>
              </a:spcBef>
              <a:buNone/>
              <a:defRPr sz="1600"/>
            </a:lvl4pPr>
            <a:lvl5pPr marL="0" indent="0" algn="l">
              <a:spcBef>
                <a:spcPts val="0"/>
              </a:spcBef>
              <a:buNone/>
              <a:defRPr sz="1600"/>
            </a:lvl5pPr>
            <a:lvl6pPr marL="0" indent="0" algn="l">
              <a:spcBef>
                <a:spcPts val="0"/>
              </a:spcBef>
              <a:buNone/>
              <a:defRPr sz="1600"/>
            </a:lvl6pPr>
            <a:lvl7pPr marL="0" indent="0" algn="l">
              <a:spcBef>
                <a:spcPts val="0"/>
              </a:spcBef>
              <a:buNone/>
              <a:defRPr sz="1600"/>
            </a:lvl7pPr>
            <a:lvl8pPr marL="0" indent="0" algn="l">
              <a:spcBef>
                <a:spcPts val="0"/>
              </a:spcBef>
              <a:buNone/>
              <a:defRPr sz="1600"/>
            </a:lvl8pPr>
            <a:lvl9pPr marL="0" indent="0" algn="l">
              <a:spcBef>
                <a:spcPts val="0"/>
              </a:spcBef>
              <a:buNone/>
              <a:defRPr sz="1600"/>
            </a:lvl9pPr>
          </a:lstStyle>
          <a:p>
            <a:r>
              <a:rPr lang="en-US" dirty="0"/>
              <a:t>Optional presentation subtitle is Arial Regular 14pt,</a:t>
            </a:r>
            <a:br>
              <a:rPr lang="en-US" dirty="0"/>
            </a:br>
            <a:r>
              <a:rPr lang="en-US" dirty="0"/>
              <a:t>sentence case, two lines max</a:t>
            </a:r>
          </a:p>
        </p:txBody>
      </p:sp>
      <p:pic>
        <p:nvPicPr>
          <p:cNvPr id="6" name="Picture 5" descr="A picture containing text, sign&#10;&#10;Description automatically generated">
            <a:extLst>
              <a:ext uri="{FF2B5EF4-FFF2-40B4-BE49-F238E27FC236}">
                <a16:creationId xmlns:a16="http://schemas.microsoft.com/office/drawing/2014/main" id="{F62158C8-7657-E9D0-B8DE-AED07D34A67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86836" y="436425"/>
            <a:ext cx="2140840" cy="609815"/>
          </a:xfrm>
          <a:prstGeom prst="rect">
            <a:avLst/>
          </a:prstGeom>
        </p:spPr>
      </p:pic>
      <p:cxnSp>
        <p:nvCxnSpPr>
          <p:cNvPr id="7" name="Line">
            <a:extLst>
              <a:ext uri="{FF2B5EF4-FFF2-40B4-BE49-F238E27FC236}">
                <a16:creationId xmlns:a16="http://schemas.microsoft.com/office/drawing/2014/main" id="{E839AF83-3B4B-C841-9902-A2BCF2B5C9D2}"/>
              </a:ext>
            </a:extLst>
          </p:cNvPr>
          <p:cNvCxnSpPr>
            <a:cxnSpLocks/>
          </p:cNvCxnSpPr>
          <p:nvPr userDrawn="1"/>
        </p:nvCxnSpPr>
        <p:spPr>
          <a:xfrm>
            <a:off x="4572000" y="6247968"/>
            <a:ext cx="4135582" cy="0"/>
          </a:xfrm>
          <a:prstGeom prst="line">
            <a:avLst/>
          </a:prstGeom>
          <a:ln w="3175" cap="sq">
            <a:solidFill>
              <a:srgbClr val="7373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2EB21E14-3AE0-E38C-C1B2-28A25EA1583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2000" y="6123715"/>
            <a:ext cx="4135581" cy="123111"/>
          </a:xfrm>
          <a:ln>
            <a:noFill/>
          </a:ln>
        </p:spPr>
        <p:txBody>
          <a:bodyPr anchor="ctr">
            <a:spAutoFit/>
          </a:bodyPr>
          <a:lstStyle>
            <a:lvl1pPr marL="0" indent="0">
              <a:spcBef>
                <a:spcPts val="300"/>
              </a:spcBef>
              <a:buFontTx/>
              <a:buNone/>
              <a:defRPr sz="800" b="0">
                <a:solidFill>
                  <a:srgbClr val="172430"/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1200"/>
            </a:lvl2pPr>
            <a:lvl3pPr marL="0" indent="0">
              <a:spcBef>
                <a:spcPts val="0"/>
              </a:spcBef>
              <a:buFontTx/>
              <a:buNone/>
              <a:defRPr sz="1200"/>
            </a:lvl3pPr>
            <a:lvl4pPr marL="0" indent="0">
              <a:spcBef>
                <a:spcPts val="0"/>
              </a:spcBef>
              <a:buFontTx/>
              <a:buNone/>
              <a:defRPr sz="1200"/>
            </a:lvl4pPr>
            <a:lvl5pPr marL="0" indent="0">
              <a:spcBef>
                <a:spcPts val="0"/>
              </a:spcBef>
              <a:buFontTx/>
              <a:buNone/>
              <a:defRPr sz="1200"/>
            </a:lvl5pPr>
            <a:lvl6pPr marL="0" indent="0">
              <a:spcBef>
                <a:spcPts val="0"/>
              </a:spcBef>
              <a:buFontTx/>
              <a:buNone/>
              <a:defRPr sz="1200"/>
            </a:lvl6pPr>
            <a:lvl7pPr marL="0" indent="0">
              <a:spcBef>
                <a:spcPts val="0"/>
              </a:spcBef>
              <a:buFontTx/>
              <a:buNone/>
              <a:defRPr sz="1200"/>
            </a:lvl7pPr>
            <a:lvl8pPr marL="0" indent="0">
              <a:spcBef>
                <a:spcPts val="0"/>
              </a:spcBef>
              <a:buFontTx/>
              <a:buNone/>
              <a:defRPr sz="1200"/>
            </a:lvl8pPr>
            <a:lvl9pPr marL="0" indent="0">
              <a:spcBef>
                <a:spcPts val="0"/>
              </a:spcBef>
              <a:buFontTx/>
              <a:buNone/>
              <a:defRPr sz="1200"/>
            </a:lvl9pPr>
          </a:lstStyle>
          <a:p>
            <a:pPr algn="l">
              <a:lnSpc>
                <a:spcPct val="100000"/>
              </a:lnSpc>
              <a:spcBef>
                <a:spcPts val="600"/>
              </a:spcBef>
              <a:buSzPct val="100000"/>
            </a:pPr>
            <a:r>
              <a:rPr lang="en-US" sz="800" dirty="0"/>
              <a:t>Use of U.S. DoD</a:t>
            </a:r>
            <a:r>
              <a:rPr lang="en-US" sz="800" baseline="0" dirty="0"/>
              <a:t> visual information does not imply or constitute DoD endorsement.</a:t>
            </a:r>
            <a:endParaRPr lang="en-US" sz="800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58064B0-A07A-E432-4BFE-12D1564C11E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86836" y="4187552"/>
            <a:ext cx="1600201" cy="204139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1200" b="0">
                <a:solidFill>
                  <a:srgbClr val="000000"/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1200" b="1"/>
            </a:lvl2pPr>
            <a:lvl3pPr marL="0" indent="0">
              <a:spcBef>
                <a:spcPts val="0"/>
              </a:spcBef>
              <a:buFontTx/>
              <a:buNone/>
              <a:defRPr sz="1200" b="1"/>
            </a:lvl3pPr>
            <a:lvl4pPr marL="0" indent="0">
              <a:spcBef>
                <a:spcPts val="0"/>
              </a:spcBef>
              <a:buFontTx/>
              <a:buNone/>
              <a:defRPr sz="1200" b="1"/>
            </a:lvl4pPr>
            <a:lvl5pPr marL="0" indent="0">
              <a:spcBef>
                <a:spcPts val="0"/>
              </a:spcBef>
              <a:buFontTx/>
              <a:buNone/>
              <a:defRPr sz="1200" b="1"/>
            </a:lvl5pPr>
            <a:lvl6pPr marL="0" indent="0">
              <a:spcBef>
                <a:spcPts val="0"/>
              </a:spcBef>
              <a:buFontTx/>
              <a:buNone/>
              <a:defRPr sz="1200" b="1"/>
            </a:lvl6pPr>
            <a:lvl7pPr marL="0" indent="0">
              <a:spcBef>
                <a:spcPts val="0"/>
              </a:spcBef>
              <a:buFontTx/>
              <a:buNone/>
              <a:defRPr sz="1200" b="1"/>
            </a:lvl7pPr>
            <a:lvl8pPr marL="0" indent="0">
              <a:spcBef>
                <a:spcPts val="0"/>
              </a:spcBef>
              <a:buFontTx/>
              <a:buNone/>
              <a:defRPr sz="1200" b="1"/>
            </a:lvl8pPr>
            <a:lvl9pPr marL="0" indent="0">
              <a:spcBef>
                <a:spcPts val="0"/>
              </a:spcBef>
              <a:buFontTx/>
              <a:buNone/>
              <a:defRPr sz="1200" b="1"/>
            </a:lvl9pPr>
          </a:lstStyle>
          <a:p>
            <a:pPr lvl="0"/>
            <a:r>
              <a:rPr lang="en-US" dirty="0"/>
              <a:t>[Month 00, 0000]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CB77F6C-19A7-1AA1-7FCB-CABE443A5A8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86836" y="3610150"/>
            <a:ext cx="4135581" cy="407804"/>
          </a:xfrm>
        </p:spPr>
        <p:txBody>
          <a:bodyPr anchor="ctr">
            <a:spAutoFit/>
          </a:bodyPr>
          <a:lstStyle>
            <a:lvl1pPr marL="0" indent="0">
              <a:spcBef>
                <a:spcPts val="300"/>
              </a:spcBef>
              <a:buFontTx/>
              <a:buNone/>
              <a:defRPr sz="1200" b="1">
                <a:solidFill>
                  <a:srgbClr val="000000"/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1200"/>
            </a:lvl2pPr>
            <a:lvl3pPr marL="0" indent="0">
              <a:spcBef>
                <a:spcPts val="0"/>
              </a:spcBef>
              <a:buFontTx/>
              <a:buNone/>
              <a:defRPr sz="1200"/>
            </a:lvl3pPr>
            <a:lvl4pPr marL="0" indent="0">
              <a:spcBef>
                <a:spcPts val="0"/>
              </a:spcBef>
              <a:buFontTx/>
              <a:buNone/>
              <a:defRPr sz="1200"/>
            </a:lvl4pPr>
            <a:lvl5pPr marL="0" indent="0">
              <a:spcBef>
                <a:spcPts val="0"/>
              </a:spcBef>
              <a:buFontTx/>
              <a:buNone/>
              <a:defRPr sz="1200"/>
            </a:lvl5pPr>
            <a:lvl6pPr marL="0" indent="0">
              <a:spcBef>
                <a:spcPts val="0"/>
              </a:spcBef>
              <a:buFontTx/>
              <a:buNone/>
              <a:defRPr sz="1200"/>
            </a:lvl6pPr>
            <a:lvl7pPr marL="0" indent="0">
              <a:spcBef>
                <a:spcPts val="0"/>
              </a:spcBef>
              <a:buFontTx/>
              <a:buNone/>
              <a:defRPr sz="1200"/>
            </a:lvl7pPr>
            <a:lvl8pPr marL="0" indent="0">
              <a:spcBef>
                <a:spcPts val="0"/>
              </a:spcBef>
              <a:buFontTx/>
              <a:buNone/>
              <a:defRPr sz="1200"/>
            </a:lvl8pPr>
            <a:lvl9pPr marL="0" indent="0">
              <a:spcBef>
                <a:spcPts val="0"/>
              </a:spcBef>
              <a:buFontTx/>
              <a:buNone/>
              <a:defRPr sz="1200"/>
            </a:lvl9pPr>
          </a:lstStyle>
          <a:p>
            <a:r>
              <a:rPr lang="en-US" b="1" cap="all" dirty="0"/>
              <a:t>PRESENTER NAME [BOLD, ALL CAPS]</a:t>
            </a:r>
            <a:r>
              <a:rPr lang="en-US" dirty="0"/>
              <a:t> | Presenter Title</a:t>
            </a:r>
          </a:p>
          <a:p>
            <a:r>
              <a:rPr lang="en-US" b="1" cap="all" dirty="0"/>
              <a:t>PRESENTER NAME [BOLD, ALL CAPS]</a:t>
            </a:r>
            <a:r>
              <a:rPr lang="en-US" dirty="0"/>
              <a:t> | Presenter Title</a:t>
            </a:r>
          </a:p>
        </p:txBody>
      </p:sp>
      <p:sp>
        <p:nvSpPr>
          <p:cNvPr id="12" name="Confidential">
            <a:extLst>
              <a:ext uri="{FF2B5EF4-FFF2-40B4-BE49-F238E27FC236}">
                <a16:creationId xmlns:a16="http://schemas.microsoft.com/office/drawing/2014/main" id="{903280AF-84C8-EA2F-AD82-638DD69A116B}"/>
              </a:ext>
            </a:extLst>
          </p:cNvPr>
          <p:cNvSpPr txBox="1">
            <a:spLocks/>
          </p:cNvSpPr>
          <p:nvPr userDrawn="1"/>
        </p:nvSpPr>
        <p:spPr>
          <a:xfrm>
            <a:off x="6220852" y="6428117"/>
            <a:ext cx="2379027" cy="137160"/>
          </a:xfrm>
          <a:prstGeom prst="rect">
            <a:avLst/>
          </a:prstGeom>
        </p:spPr>
        <p:txBody>
          <a:bodyPr vert="horz" wrap="none" lIns="0" tIns="0" rIns="0" bIns="0" rtlCol="0" anchor="t" anchorCtr="0"/>
          <a:lstStyle>
            <a:defPPr>
              <a:defRPr lang="en-US"/>
            </a:defPPr>
            <a:lvl1pPr marL="0" algn="ctr" defTabSz="457200" rtl="0" eaLnBrk="1" latinLnBrk="0" hangingPunct="1"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700" b="1" dirty="0">
                <a:solidFill>
                  <a:schemeClr val="tx1"/>
                </a:solidFill>
              </a:rPr>
              <a:t>PROPRIETARY INFORMATION</a:t>
            </a:r>
          </a:p>
        </p:txBody>
      </p:sp>
    </p:spTree>
    <p:extLst>
      <p:ext uri="{BB962C8B-B14F-4D97-AF65-F5344CB8AC3E}">
        <p14:creationId xmlns:p14="http://schemas.microsoft.com/office/powerpoint/2010/main" val="3796009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Page_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cture containing text, night sky&#10;&#10;Description automatically generated">
            <a:extLst>
              <a:ext uri="{FF2B5EF4-FFF2-40B4-BE49-F238E27FC236}">
                <a16:creationId xmlns:a16="http://schemas.microsoft.com/office/drawing/2014/main" id="{F6D86F86-74C4-42D7-AEBC-370EA2668F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276" t="6276" r="5370" b="5370"/>
          <a:stretch/>
        </p:blipFill>
        <p:spPr>
          <a:xfrm>
            <a:off x="0" y="-955"/>
            <a:ext cx="3792071" cy="6858955"/>
          </a:xfrm>
          <a:prstGeom prst="rect">
            <a:avLst/>
          </a:prstGeom>
        </p:spPr>
      </p:pic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85CB2A30-BA1A-4B3F-AA4E-282F061E8891}"/>
              </a:ext>
            </a:extLst>
          </p:cNvPr>
          <p:cNvSpPr/>
          <p:nvPr userDrawn="1"/>
        </p:nvSpPr>
        <p:spPr>
          <a:xfrm rot="5400000">
            <a:off x="-540117" y="3195442"/>
            <a:ext cx="1537796" cy="461809"/>
          </a:xfrm>
          <a:custGeom>
            <a:avLst/>
            <a:gdLst>
              <a:gd name="connsiteX0" fmla="*/ 0 w 2690815"/>
              <a:gd name="connsiteY0" fmla="*/ 800350 h 800350"/>
              <a:gd name="connsiteX1" fmla="*/ 1350170 w 2690815"/>
              <a:gd name="connsiteY1" fmla="*/ 0 h 800350"/>
              <a:gd name="connsiteX2" fmla="*/ 2690815 w 2690815"/>
              <a:gd name="connsiteY2" fmla="*/ 800350 h 800350"/>
              <a:gd name="connsiteX3" fmla="*/ 0 w 2690815"/>
              <a:gd name="connsiteY3" fmla="*/ 800350 h 800350"/>
              <a:gd name="connsiteX0" fmla="*/ 0 w 2101154"/>
              <a:gd name="connsiteY0" fmla="*/ 441426 h 800350"/>
              <a:gd name="connsiteX1" fmla="*/ 760509 w 2101154"/>
              <a:gd name="connsiteY1" fmla="*/ 0 h 800350"/>
              <a:gd name="connsiteX2" fmla="*/ 2101154 w 2101154"/>
              <a:gd name="connsiteY2" fmla="*/ 800350 h 800350"/>
              <a:gd name="connsiteX3" fmla="*/ 0 w 2101154"/>
              <a:gd name="connsiteY3" fmla="*/ 441426 h 800350"/>
              <a:gd name="connsiteX0" fmla="*/ 0 w 1520040"/>
              <a:gd name="connsiteY0" fmla="*/ 441426 h 449973"/>
              <a:gd name="connsiteX1" fmla="*/ 760509 w 1520040"/>
              <a:gd name="connsiteY1" fmla="*/ 0 h 449973"/>
              <a:gd name="connsiteX2" fmla="*/ 1520040 w 1520040"/>
              <a:gd name="connsiteY2" fmla="*/ 449973 h 449973"/>
              <a:gd name="connsiteX3" fmla="*/ 0 w 1520040"/>
              <a:gd name="connsiteY3" fmla="*/ 441426 h 449973"/>
              <a:gd name="connsiteX0" fmla="*/ 0 w 1525959"/>
              <a:gd name="connsiteY0" fmla="*/ 459183 h 459183"/>
              <a:gd name="connsiteX1" fmla="*/ 766428 w 1525959"/>
              <a:gd name="connsiteY1" fmla="*/ 0 h 459183"/>
              <a:gd name="connsiteX2" fmla="*/ 1525959 w 1525959"/>
              <a:gd name="connsiteY2" fmla="*/ 449973 h 459183"/>
              <a:gd name="connsiteX3" fmla="*/ 0 w 1525959"/>
              <a:gd name="connsiteY3" fmla="*/ 459183 h 459183"/>
              <a:gd name="connsiteX0" fmla="*/ 0 w 1531877"/>
              <a:gd name="connsiteY0" fmla="*/ 459183 h 461809"/>
              <a:gd name="connsiteX1" fmla="*/ 766428 w 1531877"/>
              <a:gd name="connsiteY1" fmla="*/ 0 h 461809"/>
              <a:gd name="connsiteX2" fmla="*/ 1531877 w 1531877"/>
              <a:gd name="connsiteY2" fmla="*/ 461809 h 461809"/>
              <a:gd name="connsiteX3" fmla="*/ 0 w 1531877"/>
              <a:gd name="connsiteY3" fmla="*/ 459183 h 461809"/>
              <a:gd name="connsiteX0" fmla="*/ 0 w 1537796"/>
              <a:gd name="connsiteY0" fmla="*/ 459183 h 461809"/>
              <a:gd name="connsiteX1" fmla="*/ 772347 w 1537796"/>
              <a:gd name="connsiteY1" fmla="*/ 0 h 461809"/>
              <a:gd name="connsiteX2" fmla="*/ 1537796 w 1537796"/>
              <a:gd name="connsiteY2" fmla="*/ 461809 h 461809"/>
              <a:gd name="connsiteX3" fmla="*/ 0 w 1537796"/>
              <a:gd name="connsiteY3" fmla="*/ 459183 h 4618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37796" h="461809">
                <a:moveTo>
                  <a:pt x="0" y="459183"/>
                </a:moveTo>
                <a:lnTo>
                  <a:pt x="772347" y="0"/>
                </a:lnTo>
                <a:lnTo>
                  <a:pt x="1537796" y="461809"/>
                </a:lnTo>
                <a:lnTo>
                  <a:pt x="0" y="459183"/>
                </a:lnTo>
                <a:close/>
              </a:path>
            </a:pathLst>
          </a:custGeom>
          <a:solidFill>
            <a:schemeClr val="accent1">
              <a:alpha val="74902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 baseline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86836" y="1415097"/>
            <a:ext cx="4135582" cy="1122994"/>
          </a:xfrm>
        </p:spPr>
        <p:txBody>
          <a:bodyPr anchor="t" anchorCtr="0">
            <a:normAutofit/>
          </a:bodyPr>
          <a:lstStyle>
            <a:lvl1pPr algn="l">
              <a:lnSpc>
                <a:spcPct val="100000"/>
              </a:lnSpc>
              <a:defRPr sz="2100" u="none" cap="all" spc="0" baseline="0">
                <a:uFill>
                  <a:solidFill>
                    <a:schemeClr val="tx2"/>
                  </a:solidFill>
                </a:uFill>
              </a:defRPr>
            </a:lvl1pPr>
          </a:lstStyle>
          <a:p>
            <a:r>
              <a:rPr lang="en-US" spc="-40" dirty="0"/>
              <a:t>PRESENTATION TITLE IS ARIAL BOLD 21PT, ALL CAPS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86836" y="2540837"/>
            <a:ext cx="4135580" cy="548639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400"/>
            </a:lvl1pPr>
            <a:lvl2pPr marL="0" indent="0" algn="l">
              <a:spcBef>
                <a:spcPts val="0"/>
              </a:spcBef>
              <a:buNone/>
              <a:defRPr sz="1600"/>
            </a:lvl2pPr>
            <a:lvl3pPr marL="0" indent="0" algn="l">
              <a:spcBef>
                <a:spcPts val="0"/>
              </a:spcBef>
              <a:buNone/>
              <a:defRPr sz="1600"/>
            </a:lvl3pPr>
            <a:lvl4pPr marL="0" indent="0" algn="l">
              <a:spcBef>
                <a:spcPts val="0"/>
              </a:spcBef>
              <a:buNone/>
              <a:defRPr sz="1600"/>
            </a:lvl4pPr>
            <a:lvl5pPr marL="0" indent="0" algn="l">
              <a:spcBef>
                <a:spcPts val="0"/>
              </a:spcBef>
              <a:buNone/>
              <a:defRPr sz="1600"/>
            </a:lvl5pPr>
            <a:lvl6pPr marL="0" indent="0" algn="l">
              <a:spcBef>
                <a:spcPts val="0"/>
              </a:spcBef>
              <a:buNone/>
              <a:defRPr sz="1600"/>
            </a:lvl6pPr>
            <a:lvl7pPr marL="0" indent="0" algn="l">
              <a:spcBef>
                <a:spcPts val="0"/>
              </a:spcBef>
              <a:buNone/>
              <a:defRPr sz="1600"/>
            </a:lvl7pPr>
            <a:lvl8pPr marL="0" indent="0" algn="l">
              <a:spcBef>
                <a:spcPts val="0"/>
              </a:spcBef>
              <a:buNone/>
              <a:defRPr sz="1600"/>
            </a:lvl8pPr>
            <a:lvl9pPr marL="0" indent="0" algn="l">
              <a:spcBef>
                <a:spcPts val="0"/>
              </a:spcBef>
              <a:buNone/>
              <a:defRPr sz="1600"/>
            </a:lvl9pPr>
          </a:lstStyle>
          <a:p>
            <a:r>
              <a:rPr lang="en-US" dirty="0"/>
              <a:t>Optional presentation subtitle is Arial Regular 14pt,</a:t>
            </a:r>
            <a:br>
              <a:rPr lang="en-US" dirty="0"/>
            </a:br>
            <a:r>
              <a:rPr lang="en-US" dirty="0"/>
              <a:t>sentence case, two lines max</a:t>
            </a:r>
          </a:p>
        </p:txBody>
      </p:sp>
      <p:pic>
        <p:nvPicPr>
          <p:cNvPr id="10" name="Picture 9" descr="A picture containing text, sign&#10;&#10;Description automatically generated">
            <a:extLst>
              <a:ext uri="{FF2B5EF4-FFF2-40B4-BE49-F238E27FC236}">
                <a16:creationId xmlns:a16="http://schemas.microsoft.com/office/drawing/2014/main" id="{8C6A6CDF-6EA9-491B-B93B-DD86B128E16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586836" y="436425"/>
            <a:ext cx="2140840" cy="609815"/>
          </a:xfrm>
          <a:prstGeom prst="rect">
            <a:avLst/>
          </a:prstGeom>
        </p:spPr>
      </p:pic>
      <p:cxnSp>
        <p:nvCxnSpPr>
          <p:cNvPr id="13" name="Line">
            <a:extLst>
              <a:ext uri="{FF2B5EF4-FFF2-40B4-BE49-F238E27FC236}">
                <a16:creationId xmlns:a16="http://schemas.microsoft.com/office/drawing/2014/main" id="{17C8279F-8D2D-4197-8CFD-BF2419A7C832}"/>
              </a:ext>
            </a:extLst>
          </p:cNvPr>
          <p:cNvCxnSpPr>
            <a:cxnSpLocks/>
          </p:cNvCxnSpPr>
          <p:nvPr userDrawn="1"/>
        </p:nvCxnSpPr>
        <p:spPr>
          <a:xfrm>
            <a:off x="4572000" y="6319688"/>
            <a:ext cx="4135582" cy="0"/>
          </a:xfrm>
          <a:prstGeom prst="line">
            <a:avLst/>
          </a:prstGeom>
          <a:ln w="3175" cap="sq">
            <a:solidFill>
              <a:srgbClr val="17243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C585B943-DFE9-4F39-8852-ACFEACBE4A6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6836" y="6360019"/>
            <a:ext cx="4135581" cy="123111"/>
          </a:xfrm>
        </p:spPr>
        <p:txBody>
          <a:bodyPr anchor="ctr">
            <a:spAutoFit/>
          </a:bodyPr>
          <a:lstStyle>
            <a:lvl1pPr marL="0" indent="0">
              <a:spcBef>
                <a:spcPts val="300"/>
              </a:spcBef>
              <a:buFontTx/>
              <a:buNone/>
              <a:defRPr sz="800" b="0"/>
            </a:lvl1pPr>
            <a:lvl2pPr marL="0" indent="0">
              <a:spcBef>
                <a:spcPts val="0"/>
              </a:spcBef>
              <a:buFontTx/>
              <a:buNone/>
              <a:defRPr sz="1200"/>
            </a:lvl2pPr>
            <a:lvl3pPr marL="0" indent="0">
              <a:spcBef>
                <a:spcPts val="0"/>
              </a:spcBef>
              <a:buFontTx/>
              <a:buNone/>
              <a:defRPr sz="1200"/>
            </a:lvl3pPr>
            <a:lvl4pPr marL="0" indent="0">
              <a:spcBef>
                <a:spcPts val="0"/>
              </a:spcBef>
              <a:buFontTx/>
              <a:buNone/>
              <a:defRPr sz="1200"/>
            </a:lvl4pPr>
            <a:lvl5pPr marL="0" indent="0">
              <a:spcBef>
                <a:spcPts val="0"/>
              </a:spcBef>
              <a:buFontTx/>
              <a:buNone/>
              <a:defRPr sz="1200"/>
            </a:lvl5pPr>
            <a:lvl6pPr marL="0" indent="0">
              <a:spcBef>
                <a:spcPts val="0"/>
              </a:spcBef>
              <a:buFontTx/>
              <a:buNone/>
              <a:defRPr sz="1200"/>
            </a:lvl6pPr>
            <a:lvl7pPr marL="0" indent="0">
              <a:spcBef>
                <a:spcPts val="0"/>
              </a:spcBef>
              <a:buFontTx/>
              <a:buNone/>
              <a:defRPr sz="1200"/>
            </a:lvl7pPr>
            <a:lvl8pPr marL="0" indent="0">
              <a:spcBef>
                <a:spcPts val="0"/>
              </a:spcBef>
              <a:buFontTx/>
              <a:buNone/>
              <a:defRPr sz="1200"/>
            </a:lvl8pPr>
            <a:lvl9pPr marL="0" indent="0">
              <a:spcBef>
                <a:spcPts val="0"/>
              </a:spcBef>
              <a:buFontTx/>
              <a:buNone/>
              <a:defRPr sz="1200"/>
            </a:lvl9pPr>
          </a:lstStyle>
          <a:p>
            <a:pPr algn="l">
              <a:lnSpc>
                <a:spcPct val="100000"/>
              </a:lnSpc>
              <a:spcBef>
                <a:spcPts val="600"/>
              </a:spcBef>
              <a:buSzPct val="100000"/>
            </a:pPr>
            <a:r>
              <a:rPr lang="en-US" sz="800" dirty="0"/>
              <a:t>Use of U.S. DoD</a:t>
            </a:r>
            <a:r>
              <a:rPr lang="en-US" sz="800" baseline="0" dirty="0"/>
              <a:t> visual information does not imply or constitute DoD endorsement.</a:t>
            </a:r>
            <a:endParaRPr lang="en-US" sz="800" dirty="0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E30C9BC3-718E-418C-AFD8-2A364E01CFB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86836" y="6543419"/>
            <a:ext cx="4135581" cy="123111"/>
          </a:xfrm>
        </p:spPr>
        <p:txBody>
          <a:bodyPr anchor="ctr">
            <a:spAutoFit/>
          </a:bodyPr>
          <a:lstStyle>
            <a:lvl1pPr marL="0" indent="0">
              <a:spcBef>
                <a:spcPts val="300"/>
              </a:spcBef>
              <a:buFontTx/>
              <a:buNone/>
              <a:defRPr sz="700" b="1"/>
            </a:lvl1pPr>
            <a:lvl2pPr marL="0" indent="0">
              <a:spcBef>
                <a:spcPts val="0"/>
              </a:spcBef>
              <a:buFontTx/>
              <a:buNone/>
              <a:defRPr sz="1200"/>
            </a:lvl2pPr>
            <a:lvl3pPr marL="0" indent="0">
              <a:spcBef>
                <a:spcPts val="0"/>
              </a:spcBef>
              <a:buFontTx/>
              <a:buNone/>
              <a:defRPr sz="1200"/>
            </a:lvl3pPr>
            <a:lvl4pPr marL="0" indent="0">
              <a:spcBef>
                <a:spcPts val="0"/>
              </a:spcBef>
              <a:buFontTx/>
              <a:buNone/>
              <a:defRPr sz="1200"/>
            </a:lvl4pPr>
            <a:lvl5pPr marL="0" indent="0">
              <a:spcBef>
                <a:spcPts val="0"/>
              </a:spcBef>
              <a:buFontTx/>
              <a:buNone/>
              <a:defRPr sz="1200"/>
            </a:lvl5pPr>
            <a:lvl6pPr marL="0" indent="0">
              <a:spcBef>
                <a:spcPts val="0"/>
              </a:spcBef>
              <a:buFontTx/>
              <a:buNone/>
              <a:defRPr sz="1200"/>
            </a:lvl6pPr>
            <a:lvl7pPr marL="0" indent="0">
              <a:spcBef>
                <a:spcPts val="0"/>
              </a:spcBef>
              <a:buFontTx/>
              <a:buNone/>
              <a:defRPr sz="1200"/>
            </a:lvl7pPr>
            <a:lvl8pPr marL="0" indent="0">
              <a:spcBef>
                <a:spcPts val="0"/>
              </a:spcBef>
              <a:buFontTx/>
              <a:buNone/>
              <a:defRPr sz="1200"/>
            </a:lvl8pPr>
            <a:lvl9pPr marL="0" indent="0">
              <a:spcBef>
                <a:spcPts val="0"/>
              </a:spcBef>
              <a:buFontTx/>
              <a:buNone/>
              <a:defRPr sz="1200"/>
            </a:lvl9pPr>
          </a:lstStyle>
          <a:p>
            <a:pPr algn="l">
              <a:lnSpc>
                <a:spcPct val="100000"/>
              </a:lnSpc>
              <a:spcBef>
                <a:spcPts val="600"/>
              </a:spcBef>
              <a:buSzPct val="100000"/>
            </a:pPr>
            <a:r>
              <a:rPr lang="en-US" sz="800" dirty="0"/>
              <a:t>PROPRIETARY INFORMATION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7C19F552-A311-481F-AA51-0B1C049115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86836" y="4187552"/>
            <a:ext cx="1600201" cy="204139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1200" b="0"/>
            </a:lvl1pPr>
            <a:lvl2pPr marL="0" indent="0">
              <a:spcBef>
                <a:spcPts val="0"/>
              </a:spcBef>
              <a:buFontTx/>
              <a:buNone/>
              <a:defRPr sz="1200" b="1"/>
            </a:lvl2pPr>
            <a:lvl3pPr marL="0" indent="0">
              <a:spcBef>
                <a:spcPts val="0"/>
              </a:spcBef>
              <a:buFontTx/>
              <a:buNone/>
              <a:defRPr sz="1200" b="1"/>
            </a:lvl3pPr>
            <a:lvl4pPr marL="0" indent="0">
              <a:spcBef>
                <a:spcPts val="0"/>
              </a:spcBef>
              <a:buFontTx/>
              <a:buNone/>
              <a:defRPr sz="1200" b="1"/>
            </a:lvl4pPr>
            <a:lvl5pPr marL="0" indent="0">
              <a:spcBef>
                <a:spcPts val="0"/>
              </a:spcBef>
              <a:buFontTx/>
              <a:buNone/>
              <a:defRPr sz="1200" b="1"/>
            </a:lvl5pPr>
            <a:lvl6pPr marL="0" indent="0">
              <a:spcBef>
                <a:spcPts val="0"/>
              </a:spcBef>
              <a:buFontTx/>
              <a:buNone/>
              <a:defRPr sz="1200" b="1"/>
            </a:lvl6pPr>
            <a:lvl7pPr marL="0" indent="0">
              <a:spcBef>
                <a:spcPts val="0"/>
              </a:spcBef>
              <a:buFontTx/>
              <a:buNone/>
              <a:defRPr sz="1200" b="1"/>
            </a:lvl7pPr>
            <a:lvl8pPr marL="0" indent="0">
              <a:spcBef>
                <a:spcPts val="0"/>
              </a:spcBef>
              <a:buFontTx/>
              <a:buNone/>
              <a:defRPr sz="1200" b="1"/>
            </a:lvl8pPr>
            <a:lvl9pPr marL="0" indent="0">
              <a:spcBef>
                <a:spcPts val="0"/>
              </a:spcBef>
              <a:buFontTx/>
              <a:buNone/>
              <a:defRPr sz="1200" b="1"/>
            </a:lvl9pPr>
          </a:lstStyle>
          <a:p>
            <a:pPr lvl="0"/>
            <a:r>
              <a:rPr lang="en-US" dirty="0"/>
              <a:t>[Month 00, 0000]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FA301252-0843-46C1-9C2B-8FF6FC3D440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86836" y="3610150"/>
            <a:ext cx="4135581" cy="407804"/>
          </a:xfrm>
        </p:spPr>
        <p:txBody>
          <a:bodyPr anchor="ctr">
            <a:spAutoFit/>
          </a:bodyPr>
          <a:lstStyle>
            <a:lvl1pPr marL="0" indent="0">
              <a:spcBef>
                <a:spcPts val="300"/>
              </a:spcBef>
              <a:buFontTx/>
              <a:buNone/>
              <a:defRPr sz="1200" b="1"/>
            </a:lvl1pPr>
            <a:lvl2pPr marL="0" indent="0">
              <a:spcBef>
                <a:spcPts val="0"/>
              </a:spcBef>
              <a:buFontTx/>
              <a:buNone/>
              <a:defRPr sz="1200"/>
            </a:lvl2pPr>
            <a:lvl3pPr marL="0" indent="0">
              <a:spcBef>
                <a:spcPts val="0"/>
              </a:spcBef>
              <a:buFontTx/>
              <a:buNone/>
              <a:defRPr sz="1200"/>
            </a:lvl3pPr>
            <a:lvl4pPr marL="0" indent="0">
              <a:spcBef>
                <a:spcPts val="0"/>
              </a:spcBef>
              <a:buFontTx/>
              <a:buNone/>
              <a:defRPr sz="1200"/>
            </a:lvl4pPr>
            <a:lvl5pPr marL="0" indent="0">
              <a:spcBef>
                <a:spcPts val="0"/>
              </a:spcBef>
              <a:buFontTx/>
              <a:buNone/>
              <a:defRPr sz="1200"/>
            </a:lvl5pPr>
            <a:lvl6pPr marL="0" indent="0">
              <a:spcBef>
                <a:spcPts val="0"/>
              </a:spcBef>
              <a:buFontTx/>
              <a:buNone/>
              <a:defRPr sz="1200"/>
            </a:lvl6pPr>
            <a:lvl7pPr marL="0" indent="0">
              <a:spcBef>
                <a:spcPts val="0"/>
              </a:spcBef>
              <a:buFontTx/>
              <a:buNone/>
              <a:defRPr sz="1200"/>
            </a:lvl7pPr>
            <a:lvl8pPr marL="0" indent="0">
              <a:spcBef>
                <a:spcPts val="0"/>
              </a:spcBef>
              <a:buFontTx/>
              <a:buNone/>
              <a:defRPr sz="1200"/>
            </a:lvl8pPr>
            <a:lvl9pPr marL="0" indent="0">
              <a:spcBef>
                <a:spcPts val="0"/>
              </a:spcBef>
              <a:buFontTx/>
              <a:buNone/>
              <a:defRPr sz="1200"/>
            </a:lvl9pPr>
          </a:lstStyle>
          <a:p>
            <a:r>
              <a:rPr lang="en-US" b="1" cap="all" dirty="0"/>
              <a:t>PRESENTER NAME [BOLD, ALL CAPS]</a:t>
            </a:r>
            <a:r>
              <a:rPr lang="en-US" dirty="0"/>
              <a:t> | Presenter Title</a:t>
            </a:r>
          </a:p>
          <a:p>
            <a:r>
              <a:rPr lang="en-US" b="1" cap="all" dirty="0"/>
              <a:t>PRESENTER NAME [BOLD, ALL CAPS]</a:t>
            </a:r>
            <a:r>
              <a:rPr lang="en-US" dirty="0"/>
              <a:t> | Presenter Title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E152773-BBF2-4BF0-836A-3385493B5542}"/>
              </a:ext>
            </a:extLst>
          </p:cNvPr>
          <p:cNvSpPr/>
          <p:nvPr userDrawn="1"/>
        </p:nvSpPr>
        <p:spPr>
          <a:xfrm>
            <a:off x="-1796" y="2604816"/>
            <a:ext cx="488683" cy="1668155"/>
          </a:xfrm>
          <a:custGeom>
            <a:avLst/>
            <a:gdLst>
              <a:gd name="connsiteX0" fmla="*/ 0 w 844550"/>
              <a:gd name="connsiteY0" fmla="*/ 1389062 h 1389062"/>
              <a:gd name="connsiteX1" fmla="*/ 73025 w 844550"/>
              <a:gd name="connsiteY1" fmla="*/ 1389062 h 1389062"/>
              <a:gd name="connsiteX2" fmla="*/ 844550 w 844550"/>
              <a:gd name="connsiteY2" fmla="*/ 254000 h 1389062"/>
              <a:gd name="connsiteX3" fmla="*/ 523875 w 844550"/>
              <a:gd name="connsiteY3" fmla="*/ 1587 h 1389062"/>
              <a:gd name="connsiteX4" fmla="*/ 457200 w 844550"/>
              <a:gd name="connsiteY4" fmla="*/ 0 h 1389062"/>
              <a:gd name="connsiteX5" fmla="*/ 781050 w 844550"/>
              <a:gd name="connsiteY5" fmla="*/ 269875 h 1389062"/>
              <a:gd name="connsiteX6" fmla="*/ 0 w 844550"/>
              <a:gd name="connsiteY6" fmla="*/ 1389062 h 1389062"/>
              <a:gd name="connsiteX0" fmla="*/ 0 w 2078990"/>
              <a:gd name="connsiteY0" fmla="*/ 3415982 h 3415982"/>
              <a:gd name="connsiteX1" fmla="*/ 73025 w 2078990"/>
              <a:gd name="connsiteY1" fmla="*/ 3415982 h 3415982"/>
              <a:gd name="connsiteX2" fmla="*/ 2078990 w 2078990"/>
              <a:gd name="connsiteY2" fmla="*/ 0 h 3415982"/>
              <a:gd name="connsiteX3" fmla="*/ 523875 w 2078990"/>
              <a:gd name="connsiteY3" fmla="*/ 2028507 h 3415982"/>
              <a:gd name="connsiteX4" fmla="*/ 457200 w 2078990"/>
              <a:gd name="connsiteY4" fmla="*/ 2026920 h 3415982"/>
              <a:gd name="connsiteX5" fmla="*/ 781050 w 2078990"/>
              <a:gd name="connsiteY5" fmla="*/ 2296795 h 3415982"/>
              <a:gd name="connsiteX6" fmla="*/ 0 w 2078990"/>
              <a:gd name="connsiteY6" fmla="*/ 3415982 h 3415982"/>
              <a:gd name="connsiteX0" fmla="*/ 0 w 2078990"/>
              <a:gd name="connsiteY0" fmla="*/ 3425507 h 3425507"/>
              <a:gd name="connsiteX1" fmla="*/ 73025 w 2078990"/>
              <a:gd name="connsiteY1" fmla="*/ 3425507 h 3425507"/>
              <a:gd name="connsiteX2" fmla="*/ 2078990 w 2078990"/>
              <a:gd name="connsiteY2" fmla="*/ 9525 h 3425507"/>
              <a:gd name="connsiteX3" fmla="*/ 523875 w 2078990"/>
              <a:gd name="connsiteY3" fmla="*/ 2038032 h 3425507"/>
              <a:gd name="connsiteX4" fmla="*/ 457200 w 2078990"/>
              <a:gd name="connsiteY4" fmla="*/ 2036445 h 3425507"/>
              <a:gd name="connsiteX5" fmla="*/ 2030730 w 2078990"/>
              <a:gd name="connsiteY5" fmla="*/ 0 h 3425507"/>
              <a:gd name="connsiteX6" fmla="*/ 0 w 2078990"/>
              <a:gd name="connsiteY6" fmla="*/ 3425507 h 3425507"/>
              <a:gd name="connsiteX0" fmla="*/ 0 w 2078990"/>
              <a:gd name="connsiteY0" fmla="*/ 4714875 h 4714875"/>
              <a:gd name="connsiteX1" fmla="*/ 73025 w 2078990"/>
              <a:gd name="connsiteY1" fmla="*/ 4714875 h 4714875"/>
              <a:gd name="connsiteX2" fmla="*/ 2078990 w 2078990"/>
              <a:gd name="connsiteY2" fmla="*/ 1298893 h 4714875"/>
              <a:gd name="connsiteX3" fmla="*/ 1301115 w 2078990"/>
              <a:gd name="connsiteY3" fmla="*/ 0 h 4714875"/>
              <a:gd name="connsiteX4" fmla="*/ 457200 w 2078990"/>
              <a:gd name="connsiteY4" fmla="*/ 3325813 h 4714875"/>
              <a:gd name="connsiteX5" fmla="*/ 2030730 w 2078990"/>
              <a:gd name="connsiteY5" fmla="*/ 1289368 h 4714875"/>
              <a:gd name="connsiteX6" fmla="*/ 0 w 2078990"/>
              <a:gd name="connsiteY6" fmla="*/ 4714875 h 4714875"/>
              <a:gd name="connsiteX0" fmla="*/ 0 w 2078990"/>
              <a:gd name="connsiteY0" fmla="*/ 4714875 h 4714875"/>
              <a:gd name="connsiteX1" fmla="*/ 73025 w 2078990"/>
              <a:gd name="connsiteY1" fmla="*/ 4714875 h 4714875"/>
              <a:gd name="connsiteX2" fmla="*/ 2078990 w 2078990"/>
              <a:gd name="connsiteY2" fmla="*/ 1298893 h 4714875"/>
              <a:gd name="connsiteX3" fmla="*/ 1301115 w 2078990"/>
              <a:gd name="connsiteY3" fmla="*/ 0 h 4714875"/>
              <a:gd name="connsiteX4" fmla="*/ 1051560 w 2078990"/>
              <a:gd name="connsiteY4" fmla="*/ 33973 h 4714875"/>
              <a:gd name="connsiteX5" fmla="*/ 2030730 w 2078990"/>
              <a:gd name="connsiteY5" fmla="*/ 1289368 h 4714875"/>
              <a:gd name="connsiteX6" fmla="*/ 0 w 2078990"/>
              <a:gd name="connsiteY6" fmla="*/ 4714875 h 4714875"/>
              <a:gd name="connsiteX0" fmla="*/ 0 w 2078990"/>
              <a:gd name="connsiteY0" fmla="*/ 6650355 h 6650355"/>
              <a:gd name="connsiteX1" fmla="*/ 73025 w 2078990"/>
              <a:gd name="connsiteY1" fmla="*/ 6650355 h 6650355"/>
              <a:gd name="connsiteX2" fmla="*/ 2078990 w 2078990"/>
              <a:gd name="connsiteY2" fmla="*/ 3234373 h 6650355"/>
              <a:gd name="connsiteX3" fmla="*/ 229235 w 2078990"/>
              <a:gd name="connsiteY3" fmla="*/ 0 h 6650355"/>
              <a:gd name="connsiteX4" fmla="*/ 1051560 w 2078990"/>
              <a:gd name="connsiteY4" fmla="*/ 1969453 h 6650355"/>
              <a:gd name="connsiteX5" fmla="*/ 2030730 w 2078990"/>
              <a:gd name="connsiteY5" fmla="*/ 3224848 h 6650355"/>
              <a:gd name="connsiteX6" fmla="*/ 0 w 2078990"/>
              <a:gd name="connsiteY6" fmla="*/ 6650355 h 6650355"/>
              <a:gd name="connsiteX0" fmla="*/ 0 w 2078990"/>
              <a:gd name="connsiteY0" fmla="*/ 6687502 h 6687502"/>
              <a:gd name="connsiteX1" fmla="*/ 73025 w 2078990"/>
              <a:gd name="connsiteY1" fmla="*/ 6687502 h 6687502"/>
              <a:gd name="connsiteX2" fmla="*/ 2078990 w 2078990"/>
              <a:gd name="connsiteY2" fmla="*/ 3271520 h 6687502"/>
              <a:gd name="connsiteX3" fmla="*/ 229235 w 2078990"/>
              <a:gd name="connsiteY3" fmla="*/ 37147 h 6687502"/>
              <a:gd name="connsiteX4" fmla="*/ 71120 w 2078990"/>
              <a:gd name="connsiteY4" fmla="*/ 0 h 6687502"/>
              <a:gd name="connsiteX5" fmla="*/ 2030730 w 2078990"/>
              <a:gd name="connsiteY5" fmla="*/ 3261995 h 6687502"/>
              <a:gd name="connsiteX6" fmla="*/ 0 w 2078990"/>
              <a:gd name="connsiteY6" fmla="*/ 6687502 h 6687502"/>
              <a:gd name="connsiteX0" fmla="*/ 0 w 2052003"/>
              <a:gd name="connsiteY0" fmla="*/ 6687502 h 6687502"/>
              <a:gd name="connsiteX1" fmla="*/ 73025 w 2052003"/>
              <a:gd name="connsiteY1" fmla="*/ 6687502 h 6687502"/>
              <a:gd name="connsiteX2" fmla="*/ 2052003 w 2052003"/>
              <a:gd name="connsiteY2" fmla="*/ 3436620 h 6687502"/>
              <a:gd name="connsiteX3" fmla="*/ 229235 w 2052003"/>
              <a:gd name="connsiteY3" fmla="*/ 37147 h 6687502"/>
              <a:gd name="connsiteX4" fmla="*/ 71120 w 2052003"/>
              <a:gd name="connsiteY4" fmla="*/ 0 h 6687502"/>
              <a:gd name="connsiteX5" fmla="*/ 2030730 w 2052003"/>
              <a:gd name="connsiteY5" fmla="*/ 3261995 h 6687502"/>
              <a:gd name="connsiteX6" fmla="*/ 0 w 2052003"/>
              <a:gd name="connsiteY6" fmla="*/ 6687502 h 6687502"/>
              <a:gd name="connsiteX0" fmla="*/ 0 w 2093278"/>
              <a:gd name="connsiteY0" fmla="*/ 6687502 h 6687502"/>
              <a:gd name="connsiteX1" fmla="*/ 73025 w 2093278"/>
              <a:gd name="connsiteY1" fmla="*/ 6687502 h 6687502"/>
              <a:gd name="connsiteX2" fmla="*/ 2093278 w 2093278"/>
              <a:gd name="connsiteY2" fmla="*/ 3266758 h 6687502"/>
              <a:gd name="connsiteX3" fmla="*/ 229235 w 2093278"/>
              <a:gd name="connsiteY3" fmla="*/ 37147 h 6687502"/>
              <a:gd name="connsiteX4" fmla="*/ 71120 w 2093278"/>
              <a:gd name="connsiteY4" fmla="*/ 0 h 6687502"/>
              <a:gd name="connsiteX5" fmla="*/ 2030730 w 2093278"/>
              <a:gd name="connsiteY5" fmla="*/ 3261995 h 6687502"/>
              <a:gd name="connsiteX6" fmla="*/ 0 w 2093278"/>
              <a:gd name="connsiteY6" fmla="*/ 6687502 h 6687502"/>
              <a:gd name="connsiteX0" fmla="*/ 0 w 2093278"/>
              <a:gd name="connsiteY0" fmla="*/ 6687502 h 6687502"/>
              <a:gd name="connsiteX1" fmla="*/ 73025 w 2093278"/>
              <a:gd name="connsiteY1" fmla="*/ 6687502 h 6687502"/>
              <a:gd name="connsiteX2" fmla="*/ 2093278 w 2093278"/>
              <a:gd name="connsiteY2" fmla="*/ 3266758 h 6687502"/>
              <a:gd name="connsiteX3" fmla="*/ 229235 w 2093278"/>
              <a:gd name="connsiteY3" fmla="*/ 37147 h 6687502"/>
              <a:gd name="connsiteX4" fmla="*/ 71120 w 2093278"/>
              <a:gd name="connsiteY4" fmla="*/ 0 h 6687502"/>
              <a:gd name="connsiteX5" fmla="*/ 2019618 w 2093278"/>
              <a:gd name="connsiteY5" fmla="*/ 3271520 h 6687502"/>
              <a:gd name="connsiteX6" fmla="*/ 0 w 2093278"/>
              <a:gd name="connsiteY6" fmla="*/ 6687502 h 6687502"/>
              <a:gd name="connsiteX0" fmla="*/ 0 w 2093278"/>
              <a:gd name="connsiteY0" fmla="*/ 6687502 h 6687502"/>
              <a:gd name="connsiteX1" fmla="*/ 73025 w 2093278"/>
              <a:gd name="connsiteY1" fmla="*/ 6687502 h 6687502"/>
              <a:gd name="connsiteX2" fmla="*/ 2093278 w 2093278"/>
              <a:gd name="connsiteY2" fmla="*/ 3266758 h 6687502"/>
              <a:gd name="connsiteX3" fmla="*/ 229235 w 2093278"/>
              <a:gd name="connsiteY3" fmla="*/ 37147 h 6687502"/>
              <a:gd name="connsiteX4" fmla="*/ 71120 w 2093278"/>
              <a:gd name="connsiteY4" fmla="*/ 0 h 6687502"/>
              <a:gd name="connsiteX5" fmla="*/ 2016443 w 2093278"/>
              <a:gd name="connsiteY5" fmla="*/ 3268345 h 6687502"/>
              <a:gd name="connsiteX6" fmla="*/ 0 w 2093278"/>
              <a:gd name="connsiteY6" fmla="*/ 6687502 h 6687502"/>
              <a:gd name="connsiteX0" fmla="*/ 0 w 2093278"/>
              <a:gd name="connsiteY0" fmla="*/ 6687502 h 6687502"/>
              <a:gd name="connsiteX1" fmla="*/ 73025 w 2093278"/>
              <a:gd name="connsiteY1" fmla="*/ 6687502 h 6687502"/>
              <a:gd name="connsiteX2" fmla="*/ 2093278 w 2093278"/>
              <a:gd name="connsiteY2" fmla="*/ 3266758 h 6687502"/>
              <a:gd name="connsiteX3" fmla="*/ 230823 w 2093278"/>
              <a:gd name="connsiteY3" fmla="*/ 97472 h 6687502"/>
              <a:gd name="connsiteX4" fmla="*/ 71120 w 2093278"/>
              <a:gd name="connsiteY4" fmla="*/ 0 h 6687502"/>
              <a:gd name="connsiteX5" fmla="*/ 2016443 w 2093278"/>
              <a:gd name="connsiteY5" fmla="*/ 3268345 h 6687502"/>
              <a:gd name="connsiteX6" fmla="*/ 0 w 2093278"/>
              <a:gd name="connsiteY6" fmla="*/ 6687502 h 6687502"/>
              <a:gd name="connsiteX0" fmla="*/ 0 w 2093278"/>
              <a:gd name="connsiteY0" fmla="*/ 6687502 h 6687502"/>
              <a:gd name="connsiteX1" fmla="*/ 73025 w 2093278"/>
              <a:gd name="connsiteY1" fmla="*/ 6687502 h 6687502"/>
              <a:gd name="connsiteX2" fmla="*/ 2093278 w 2093278"/>
              <a:gd name="connsiteY2" fmla="*/ 3266758 h 6687502"/>
              <a:gd name="connsiteX3" fmla="*/ 214948 w 2093278"/>
              <a:gd name="connsiteY3" fmla="*/ 65722 h 6687502"/>
              <a:gd name="connsiteX4" fmla="*/ 71120 w 2093278"/>
              <a:gd name="connsiteY4" fmla="*/ 0 h 6687502"/>
              <a:gd name="connsiteX5" fmla="*/ 2016443 w 2093278"/>
              <a:gd name="connsiteY5" fmla="*/ 3268345 h 6687502"/>
              <a:gd name="connsiteX6" fmla="*/ 0 w 2093278"/>
              <a:gd name="connsiteY6" fmla="*/ 6687502 h 6687502"/>
              <a:gd name="connsiteX0" fmla="*/ 0 w 2093278"/>
              <a:gd name="connsiteY0" fmla="*/ 6621780 h 6621780"/>
              <a:gd name="connsiteX1" fmla="*/ 73025 w 2093278"/>
              <a:gd name="connsiteY1" fmla="*/ 6621780 h 6621780"/>
              <a:gd name="connsiteX2" fmla="*/ 2093278 w 2093278"/>
              <a:gd name="connsiteY2" fmla="*/ 3201036 h 6621780"/>
              <a:gd name="connsiteX3" fmla="*/ 214948 w 2093278"/>
              <a:gd name="connsiteY3" fmla="*/ 0 h 6621780"/>
              <a:gd name="connsiteX4" fmla="*/ 139383 w 2093278"/>
              <a:gd name="connsiteY4" fmla="*/ 18416 h 6621780"/>
              <a:gd name="connsiteX5" fmla="*/ 2016443 w 2093278"/>
              <a:gd name="connsiteY5" fmla="*/ 3202623 h 6621780"/>
              <a:gd name="connsiteX6" fmla="*/ 0 w 2093278"/>
              <a:gd name="connsiteY6" fmla="*/ 6621780 h 6621780"/>
              <a:gd name="connsiteX0" fmla="*/ 0 w 2093278"/>
              <a:gd name="connsiteY0" fmla="*/ 6621780 h 6621780"/>
              <a:gd name="connsiteX1" fmla="*/ 73025 w 2093278"/>
              <a:gd name="connsiteY1" fmla="*/ 6621780 h 6621780"/>
              <a:gd name="connsiteX2" fmla="*/ 2093278 w 2093278"/>
              <a:gd name="connsiteY2" fmla="*/ 3201036 h 6621780"/>
              <a:gd name="connsiteX3" fmla="*/ 214948 w 2093278"/>
              <a:gd name="connsiteY3" fmla="*/ 0 h 6621780"/>
              <a:gd name="connsiteX4" fmla="*/ 206058 w 2093278"/>
              <a:gd name="connsiteY4" fmla="*/ 77154 h 6621780"/>
              <a:gd name="connsiteX5" fmla="*/ 2016443 w 2093278"/>
              <a:gd name="connsiteY5" fmla="*/ 3202623 h 6621780"/>
              <a:gd name="connsiteX6" fmla="*/ 0 w 2093278"/>
              <a:gd name="connsiteY6" fmla="*/ 6621780 h 6621780"/>
              <a:gd name="connsiteX0" fmla="*/ 0 w 2093278"/>
              <a:gd name="connsiteY0" fmla="*/ 6624001 h 6624001"/>
              <a:gd name="connsiteX1" fmla="*/ 73025 w 2093278"/>
              <a:gd name="connsiteY1" fmla="*/ 6624001 h 6624001"/>
              <a:gd name="connsiteX2" fmla="*/ 2093278 w 2093278"/>
              <a:gd name="connsiteY2" fmla="*/ 3203257 h 6624001"/>
              <a:gd name="connsiteX3" fmla="*/ 214948 w 2093278"/>
              <a:gd name="connsiteY3" fmla="*/ 2221 h 6624001"/>
              <a:gd name="connsiteX4" fmla="*/ 139383 w 2093278"/>
              <a:gd name="connsiteY4" fmla="*/ 0 h 6624001"/>
              <a:gd name="connsiteX5" fmla="*/ 2016443 w 2093278"/>
              <a:gd name="connsiteY5" fmla="*/ 3204844 h 6624001"/>
              <a:gd name="connsiteX6" fmla="*/ 0 w 2093278"/>
              <a:gd name="connsiteY6" fmla="*/ 6624001 h 6624001"/>
              <a:gd name="connsiteX0" fmla="*/ 0 w 2093278"/>
              <a:gd name="connsiteY0" fmla="*/ 6624001 h 6624001"/>
              <a:gd name="connsiteX1" fmla="*/ 73025 w 2093278"/>
              <a:gd name="connsiteY1" fmla="*/ 6624001 h 6624001"/>
              <a:gd name="connsiteX2" fmla="*/ 2093278 w 2093278"/>
              <a:gd name="connsiteY2" fmla="*/ 3203257 h 6624001"/>
              <a:gd name="connsiteX3" fmla="*/ 1413366 w 2093278"/>
              <a:gd name="connsiteY3" fmla="*/ 1817167 h 6624001"/>
              <a:gd name="connsiteX4" fmla="*/ 139383 w 2093278"/>
              <a:gd name="connsiteY4" fmla="*/ 0 h 6624001"/>
              <a:gd name="connsiteX5" fmla="*/ 2016443 w 2093278"/>
              <a:gd name="connsiteY5" fmla="*/ 3204844 h 6624001"/>
              <a:gd name="connsiteX6" fmla="*/ 0 w 2093278"/>
              <a:gd name="connsiteY6" fmla="*/ 6624001 h 6624001"/>
              <a:gd name="connsiteX0" fmla="*/ 0 w 2093278"/>
              <a:gd name="connsiteY0" fmla="*/ 4806834 h 4806834"/>
              <a:gd name="connsiteX1" fmla="*/ 73025 w 2093278"/>
              <a:gd name="connsiteY1" fmla="*/ 4806834 h 4806834"/>
              <a:gd name="connsiteX2" fmla="*/ 2093278 w 2093278"/>
              <a:gd name="connsiteY2" fmla="*/ 1386090 h 4806834"/>
              <a:gd name="connsiteX3" fmla="*/ 1413366 w 2093278"/>
              <a:gd name="connsiteY3" fmla="*/ 0 h 4806834"/>
              <a:gd name="connsiteX4" fmla="*/ 1323947 w 2093278"/>
              <a:gd name="connsiteY4" fmla="*/ 427269 h 4806834"/>
              <a:gd name="connsiteX5" fmla="*/ 2016443 w 2093278"/>
              <a:gd name="connsiteY5" fmla="*/ 1387677 h 4806834"/>
              <a:gd name="connsiteX6" fmla="*/ 0 w 2093278"/>
              <a:gd name="connsiteY6" fmla="*/ 4806834 h 4806834"/>
              <a:gd name="connsiteX0" fmla="*/ 0 w 2093278"/>
              <a:gd name="connsiteY0" fmla="*/ 4806834 h 4806834"/>
              <a:gd name="connsiteX1" fmla="*/ 1340716 w 2093278"/>
              <a:gd name="connsiteY1" fmla="*/ 2818707 h 4806834"/>
              <a:gd name="connsiteX2" fmla="*/ 2093278 w 2093278"/>
              <a:gd name="connsiteY2" fmla="*/ 1386090 h 4806834"/>
              <a:gd name="connsiteX3" fmla="*/ 1413366 w 2093278"/>
              <a:gd name="connsiteY3" fmla="*/ 0 h 4806834"/>
              <a:gd name="connsiteX4" fmla="*/ 1323947 w 2093278"/>
              <a:gd name="connsiteY4" fmla="*/ 427269 h 4806834"/>
              <a:gd name="connsiteX5" fmla="*/ 2016443 w 2093278"/>
              <a:gd name="connsiteY5" fmla="*/ 1387677 h 4806834"/>
              <a:gd name="connsiteX6" fmla="*/ 0 w 2093278"/>
              <a:gd name="connsiteY6" fmla="*/ 4806834 h 4806834"/>
              <a:gd name="connsiteX0" fmla="*/ 0 w 818660"/>
              <a:gd name="connsiteY0" fmla="*/ 2548543 h 2818707"/>
              <a:gd name="connsiteX1" fmla="*/ 66098 w 818660"/>
              <a:gd name="connsiteY1" fmla="*/ 2818707 h 2818707"/>
              <a:gd name="connsiteX2" fmla="*/ 818660 w 818660"/>
              <a:gd name="connsiteY2" fmla="*/ 1386090 h 2818707"/>
              <a:gd name="connsiteX3" fmla="*/ 138748 w 818660"/>
              <a:gd name="connsiteY3" fmla="*/ 0 h 2818707"/>
              <a:gd name="connsiteX4" fmla="*/ 49329 w 818660"/>
              <a:gd name="connsiteY4" fmla="*/ 427269 h 2818707"/>
              <a:gd name="connsiteX5" fmla="*/ 741825 w 818660"/>
              <a:gd name="connsiteY5" fmla="*/ 1387677 h 2818707"/>
              <a:gd name="connsiteX6" fmla="*/ 0 w 818660"/>
              <a:gd name="connsiteY6" fmla="*/ 2548543 h 2818707"/>
              <a:gd name="connsiteX0" fmla="*/ 0 w 818660"/>
              <a:gd name="connsiteY0" fmla="*/ 2477106 h 2747270"/>
              <a:gd name="connsiteX1" fmla="*/ 66098 w 818660"/>
              <a:gd name="connsiteY1" fmla="*/ 2747270 h 2747270"/>
              <a:gd name="connsiteX2" fmla="*/ 818660 w 818660"/>
              <a:gd name="connsiteY2" fmla="*/ 1314653 h 2747270"/>
              <a:gd name="connsiteX3" fmla="*/ 16511 w 818660"/>
              <a:gd name="connsiteY3" fmla="*/ 0 h 2747270"/>
              <a:gd name="connsiteX4" fmla="*/ 49329 w 818660"/>
              <a:gd name="connsiteY4" fmla="*/ 355832 h 2747270"/>
              <a:gd name="connsiteX5" fmla="*/ 741825 w 818660"/>
              <a:gd name="connsiteY5" fmla="*/ 1316240 h 2747270"/>
              <a:gd name="connsiteX6" fmla="*/ 0 w 818660"/>
              <a:gd name="connsiteY6" fmla="*/ 2477106 h 2747270"/>
              <a:gd name="connsiteX0" fmla="*/ 8889 w 827549"/>
              <a:gd name="connsiteY0" fmla="*/ 2559656 h 2829820"/>
              <a:gd name="connsiteX1" fmla="*/ 74987 w 827549"/>
              <a:gd name="connsiteY1" fmla="*/ 2829820 h 2829820"/>
              <a:gd name="connsiteX2" fmla="*/ 827549 w 827549"/>
              <a:gd name="connsiteY2" fmla="*/ 1397203 h 2829820"/>
              <a:gd name="connsiteX3" fmla="*/ 0 w 827549"/>
              <a:gd name="connsiteY3" fmla="*/ 0 h 2829820"/>
              <a:gd name="connsiteX4" fmla="*/ 58218 w 827549"/>
              <a:gd name="connsiteY4" fmla="*/ 438382 h 2829820"/>
              <a:gd name="connsiteX5" fmla="*/ 750714 w 827549"/>
              <a:gd name="connsiteY5" fmla="*/ 1398790 h 2829820"/>
              <a:gd name="connsiteX6" fmla="*/ 8889 w 827549"/>
              <a:gd name="connsiteY6" fmla="*/ 2559656 h 2829820"/>
              <a:gd name="connsiteX0" fmla="*/ 8889 w 827549"/>
              <a:gd name="connsiteY0" fmla="*/ 2559656 h 2829820"/>
              <a:gd name="connsiteX1" fmla="*/ 74987 w 827549"/>
              <a:gd name="connsiteY1" fmla="*/ 2829820 h 2829820"/>
              <a:gd name="connsiteX2" fmla="*/ 827549 w 827549"/>
              <a:gd name="connsiteY2" fmla="*/ 1397203 h 2829820"/>
              <a:gd name="connsiteX3" fmla="*/ 0 w 827549"/>
              <a:gd name="connsiteY3" fmla="*/ 0 h 2829820"/>
              <a:gd name="connsiteX4" fmla="*/ 4243 w 827549"/>
              <a:gd name="connsiteY4" fmla="*/ 109769 h 2829820"/>
              <a:gd name="connsiteX5" fmla="*/ 750714 w 827549"/>
              <a:gd name="connsiteY5" fmla="*/ 1398790 h 2829820"/>
              <a:gd name="connsiteX6" fmla="*/ 8889 w 827549"/>
              <a:gd name="connsiteY6" fmla="*/ 2559656 h 2829820"/>
              <a:gd name="connsiteX0" fmla="*/ 2539 w 827549"/>
              <a:gd name="connsiteY0" fmla="*/ 2662844 h 2829820"/>
              <a:gd name="connsiteX1" fmla="*/ 74987 w 827549"/>
              <a:gd name="connsiteY1" fmla="*/ 2829820 h 2829820"/>
              <a:gd name="connsiteX2" fmla="*/ 827549 w 827549"/>
              <a:gd name="connsiteY2" fmla="*/ 1397203 h 2829820"/>
              <a:gd name="connsiteX3" fmla="*/ 0 w 827549"/>
              <a:gd name="connsiteY3" fmla="*/ 0 h 2829820"/>
              <a:gd name="connsiteX4" fmla="*/ 4243 w 827549"/>
              <a:gd name="connsiteY4" fmla="*/ 109769 h 2829820"/>
              <a:gd name="connsiteX5" fmla="*/ 750714 w 827549"/>
              <a:gd name="connsiteY5" fmla="*/ 1398790 h 2829820"/>
              <a:gd name="connsiteX6" fmla="*/ 2539 w 827549"/>
              <a:gd name="connsiteY6" fmla="*/ 2662844 h 2829820"/>
              <a:gd name="connsiteX0" fmla="*/ 2539 w 827549"/>
              <a:gd name="connsiteY0" fmla="*/ 2662844 h 2783783"/>
              <a:gd name="connsiteX1" fmla="*/ 1962 w 827549"/>
              <a:gd name="connsiteY1" fmla="*/ 2783783 h 2783783"/>
              <a:gd name="connsiteX2" fmla="*/ 827549 w 827549"/>
              <a:gd name="connsiteY2" fmla="*/ 1397203 h 2783783"/>
              <a:gd name="connsiteX3" fmla="*/ 0 w 827549"/>
              <a:gd name="connsiteY3" fmla="*/ 0 h 2783783"/>
              <a:gd name="connsiteX4" fmla="*/ 4243 w 827549"/>
              <a:gd name="connsiteY4" fmla="*/ 109769 h 2783783"/>
              <a:gd name="connsiteX5" fmla="*/ 750714 w 827549"/>
              <a:gd name="connsiteY5" fmla="*/ 1398790 h 2783783"/>
              <a:gd name="connsiteX6" fmla="*/ 2539 w 827549"/>
              <a:gd name="connsiteY6" fmla="*/ 2662844 h 2783783"/>
              <a:gd name="connsiteX0" fmla="*/ 577 w 825587"/>
              <a:gd name="connsiteY0" fmla="*/ 2553075 h 2674014"/>
              <a:gd name="connsiteX1" fmla="*/ 0 w 825587"/>
              <a:gd name="connsiteY1" fmla="*/ 2674014 h 2674014"/>
              <a:gd name="connsiteX2" fmla="*/ 825587 w 825587"/>
              <a:gd name="connsiteY2" fmla="*/ 1287434 h 2674014"/>
              <a:gd name="connsiteX3" fmla="*/ 335389 w 825587"/>
              <a:gd name="connsiteY3" fmla="*/ 452484 h 2674014"/>
              <a:gd name="connsiteX4" fmla="*/ 2281 w 825587"/>
              <a:gd name="connsiteY4" fmla="*/ 0 h 2674014"/>
              <a:gd name="connsiteX5" fmla="*/ 748752 w 825587"/>
              <a:gd name="connsiteY5" fmla="*/ 1289021 h 2674014"/>
              <a:gd name="connsiteX6" fmla="*/ 577 w 825587"/>
              <a:gd name="connsiteY6" fmla="*/ 2553075 h 2674014"/>
              <a:gd name="connsiteX0" fmla="*/ 577 w 825587"/>
              <a:gd name="connsiteY0" fmla="*/ 2100591 h 2221530"/>
              <a:gd name="connsiteX1" fmla="*/ 0 w 825587"/>
              <a:gd name="connsiteY1" fmla="*/ 2221530 h 2221530"/>
              <a:gd name="connsiteX2" fmla="*/ 825587 w 825587"/>
              <a:gd name="connsiteY2" fmla="*/ 834950 h 2221530"/>
              <a:gd name="connsiteX3" fmla="*/ 335389 w 825587"/>
              <a:gd name="connsiteY3" fmla="*/ 0 h 2221530"/>
              <a:gd name="connsiteX4" fmla="*/ 339632 w 825587"/>
              <a:gd name="connsiteY4" fmla="*/ 145279 h 2221530"/>
              <a:gd name="connsiteX5" fmla="*/ 748752 w 825587"/>
              <a:gd name="connsiteY5" fmla="*/ 836537 h 2221530"/>
              <a:gd name="connsiteX6" fmla="*/ 577 w 825587"/>
              <a:gd name="connsiteY6" fmla="*/ 2100591 h 2221530"/>
              <a:gd name="connsiteX0" fmla="*/ 340888 w 825587"/>
              <a:gd name="connsiteY0" fmla="*/ 1514665 h 2221530"/>
              <a:gd name="connsiteX1" fmla="*/ 0 w 825587"/>
              <a:gd name="connsiteY1" fmla="*/ 2221530 h 2221530"/>
              <a:gd name="connsiteX2" fmla="*/ 825587 w 825587"/>
              <a:gd name="connsiteY2" fmla="*/ 834950 h 2221530"/>
              <a:gd name="connsiteX3" fmla="*/ 335389 w 825587"/>
              <a:gd name="connsiteY3" fmla="*/ 0 h 2221530"/>
              <a:gd name="connsiteX4" fmla="*/ 339632 w 825587"/>
              <a:gd name="connsiteY4" fmla="*/ 145279 h 2221530"/>
              <a:gd name="connsiteX5" fmla="*/ 748752 w 825587"/>
              <a:gd name="connsiteY5" fmla="*/ 836537 h 2221530"/>
              <a:gd name="connsiteX6" fmla="*/ 340888 w 825587"/>
              <a:gd name="connsiteY6" fmla="*/ 1514665 h 2221530"/>
              <a:gd name="connsiteX0" fmla="*/ 6496 w 491195"/>
              <a:gd name="connsiteY0" fmla="*/ 1514665 h 1668155"/>
              <a:gd name="connsiteX1" fmla="*/ 0 w 491195"/>
              <a:gd name="connsiteY1" fmla="*/ 1668155 h 1668155"/>
              <a:gd name="connsiteX2" fmla="*/ 491195 w 491195"/>
              <a:gd name="connsiteY2" fmla="*/ 834950 h 1668155"/>
              <a:gd name="connsiteX3" fmla="*/ 997 w 491195"/>
              <a:gd name="connsiteY3" fmla="*/ 0 h 1668155"/>
              <a:gd name="connsiteX4" fmla="*/ 5240 w 491195"/>
              <a:gd name="connsiteY4" fmla="*/ 145279 h 1668155"/>
              <a:gd name="connsiteX5" fmla="*/ 414360 w 491195"/>
              <a:gd name="connsiteY5" fmla="*/ 836537 h 1668155"/>
              <a:gd name="connsiteX6" fmla="*/ 6496 w 491195"/>
              <a:gd name="connsiteY6" fmla="*/ 1514665 h 1668155"/>
              <a:gd name="connsiteX0" fmla="*/ 3984 w 491195"/>
              <a:gd name="connsiteY0" fmla="*/ 1519689 h 1668155"/>
              <a:gd name="connsiteX1" fmla="*/ 0 w 491195"/>
              <a:gd name="connsiteY1" fmla="*/ 1668155 h 1668155"/>
              <a:gd name="connsiteX2" fmla="*/ 491195 w 491195"/>
              <a:gd name="connsiteY2" fmla="*/ 834950 h 1668155"/>
              <a:gd name="connsiteX3" fmla="*/ 997 w 491195"/>
              <a:gd name="connsiteY3" fmla="*/ 0 h 1668155"/>
              <a:gd name="connsiteX4" fmla="*/ 5240 w 491195"/>
              <a:gd name="connsiteY4" fmla="*/ 145279 h 1668155"/>
              <a:gd name="connsiteX5" fmla="*/ 414360 w 491195"/>
              <a:gd name="connsiteY5" fmla="*/ 836537 h 1668155"/>
              <a:gd name="connsiteX6" fmla="*/ 3984 w 491195"/>
              <a:gd name="connsiteY6" fmla="*/ 1519689 h 1668155"/>
              <a:gd name="connsiteX0" fmla="*/ 2987 w 490198"/>
              <a:gd name="connsiteY0" fmla="*/ 1519689 h 1670667"/>
              <a:gd name="connsiteX1" fmla="*/ 1515 w 490198"/>
              <a:gd name="connsiteY1" fmla="*/ 1670667 h 1670667"/>
              <a:gd name="connsiteX2" fmla="*/ 490198 w 490198"/>
              <a:gd name="connsiteY2" fmla="*/ 834950 h 1670667"/>
              <a:gd name="connsiteX3" fmla="*/ 0 w 490198"/>
              <a:gd name="connsiteY3" fmla="*/ 0 h 1670667"/>
              <a:gd name="connsiteX4" fmla="*/ 4243 w 490198"/>
              <a:gd name="connsiteY4" fmla="*/ 145279 h 1670667"/>
              <a:gd name="connsiteX5" fmla="*/ 413363 w 490198"/>
              <a:gd name="connsiteY5" fmla="*/ 836537 h 1670667"/>
              <a:gd name="connsiteX6" fmla="*/ 2987 w 490198"/>
              <a:gd name="connsiteY6" fmla="*/ 1519689 h 1670667"/>
              <a:gd name="connsiteX0" fmla="*/ 2987 w 490198"/>
              <a:gd name="connsiteY0" fmla="*/ 1519689 h 1670667"/>
              <a:gd name="connsiteX1" fmla="*/ 1515 w 490198"/>
              <a:gd name="connsiteY1" fmla="*/ 1670667 h 1670667"/>
              <a:gd name="connsiteX2" fmla="*/ 490198 w 490198"/>
              <a:gd name="connsiteY2" fmla="*/ 834950 h 1670667"/>
              <a:gd name="connsiteX3" fmla="*/ 0 w 490198"/>
              <a:gd name="connsiteY3" fmla="*/ 0 h 1670667"/>
              <a:gd name="connsiteX4" fmla="*/ 1731 w 490198"/>
              <a:gd name="connsiteY4" fmla="*/ 140255 h 1670667"/>
              <a:gd name="connsiteX5" fmla="*/ 413363 w 490198"/>
              <a:gd name="connsiteY5" fmla="*/ 836537 h 1670667"/>
              <a:gd name="connsiteX6" fmla="*/ 2987 w 490198"/>
              <a:gd name="connsiteY6" fmla="*/ 1519689 h 1670667"/>
              <a:gd name="connsiteX0" fmla="*/ 1472 w 488683"/>
              <a:gd name="connsiteY0" fmla="*/ 1517177 h 1668155"/>
              <a:gd name="connsiteX1" fmla="*/ 0 w 488683"/>
              <a:gd name="connsiteY1" fmla="*/ 1668155 h 1668155"/>
              <a:gd name="connsiteX2" fmla="*/ 488683 w 488683"/>
              <a:gd name="connsiteY2" fmla="*/ 832438 h 1668155"/>
              <a:gd name="connsiteX3" fmla="*/ 997 w 488683"/>
              <a:gd name="connsiteY3" fmla="*/ 0 h 1668155"/>
              <a:gd name="connsiteX4" fmla="*/ 216 w 488683"/>
              <a:gd name="connsiteY4" fmla="*/ 137743 h 1668155"/>
              <a:gd name="connsiteX5" fmla="*/ 411848 w 488683"/>
              <a:gd name="connsiteY5" fmla="*/ 834025 h 1668155"/>
              <a:gd name="connsiteX6" fmla="*/ 1472 w 488683"/>
              <a:gd name="connsiteY6" fmla="*/ 1517177 h 1668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8683" h="1668155">
                <a:moveTo>
                  <a:pt x="1472" y="1517177"/>
                </a:moveTo>
                <a:cubicBezTo>
                  <a:pt x="1280" y="1557490"/>
                  <a:pt x="192" y="1627842"/>
                  <a:pt x="0" y="1668155"/>
                </a:cubicBezTo>
                <a:lnTo>
                  <a:pt x="488683" y="832438"/>
                </a:lnTo>
                <a:lnTo>
                  <a:pt x="997" y="0"/>
                </a:lnTo>
                <a:cubicBezTo>
                  <a:pt x="737" y="45914"/>
                  <a:pt x="476" y="91829"/>
                  <a:pt x="216" y="137743"/>
                </a:cubicBezTo>
                <a:lnTo>
                  <a:pt x="411848" y="834025"/>
                </a:lnTo>
                <a:lnTo>
                  <a:pt x="1472" y="1517177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E7A8A92D-0E46-4EE5-BA71-EF4B2868AC8D}"/>
              </a:ext>
            </a:extLst>
          </p:cNvPr>
          <p:cNvSpPr/>
          <p:nvPr userDrawn="1"/>
        </p:nvSpPr>
        <p:spPr>
          <a:xfrm rot="3600000">
            <a:off x="2260535" y="274742"/>
            <a:ext cx="2710904" cy="1195524"/>
          </a:xfrm>
          <a:custGeom>
            <a:avLst/>
            <a:gdLst>
              <a:gd name="connsiteX0" fmla="*/ 0 w 2690815"/>
              <a:gd name="connsiteY0" fmla="*/ 800350 h 800350"/>
              <a:gd name="connsiteX1" fmla="*/ 1350170 w 2690815"/>
              <a:gd name="connsiteY1" fmla="*/ 0 h 800350"/>
              <a:gd name="connsiteX2" fmla="*/ 2690815 w 2690815"/>
              <a:gd name="connsiteY2" fmla="*/ 800350 h 800350"/>
              <a:gd name="connsiteX3" fmla="*/ 0 w 2690815"/>
              <a:gd name="connsiteY3" fmla="*/ 800350 h 800350"/>
              <a:gd name="connsiteX0" fmla="*/ 0 w 2690815"/>
              <a:gd name="connsiteY0" fmla="*/ 1196582 h 1196582"/>
              <a:gd name="connsiteX1" fmla="*/ 689277 w 2690815"/>
              <a:gd name="connsiteY1" fmla="*/ 0 h 1196582"/>
              <a:gd name="connsiteX2" fmla="*/ 2690815 w 2690815"/>
              <a:gd name="connsiteY2" fmla="*/ 1196582 h 1196582"/>
              <a:gd name="connsiteX3" fmla="*/ 0 w 2690815"/>
              <a:gd name="connsiteY3" fmla="*/ 1196582 h 1196582"/>
              <a:gd name="connsiteX0" fmla="*/ 0 w 2692648"/>
              <a:gd name="connsiteY0" fmla="*/ 1195524 h 1196582"/>
              <a:gd name="connsiteX1" fmla="*/ 691110 w 2692648"/>
              <a:gd name="connsiteY1" fmla="*/ 0 h 1196582"/>
              <a:gd name="connsiteX2" fmla="*/ 2692648 w 2692648"/>
              <a:gd name="connsiteY2" fmla="*/ 1196582 h 1196582"/>
              <a:gd name="connsiteX3" fmla="*/ 0 w 2692648"/>
              <a:gd name="connsiteY3" fmla="*/ 1195524 h 1196582"/>
              <a:gd name="connsiteX0" fmla="*/ 0 w 2710904"/>
              <a:gd name="connsiteY0" fmla="*/ 1195524 h 1195524"/>
              <a:gd name="connsiteX1" fmla="*/ 691110 w 2710904"/>
              <a:gd name="connsiteY1" fmla="*/ 0 h 1195524"/>
              <a:gd name="connsiteX2" fmla="*/ 2710904 w 2710904"/>
              <a:gd name="connsiteY2" fmla="*/ 1164961 h 1195524"/>
              <a:gd name="connsiteX3" fmla="*/ 0 w 2710904"/>
              <a:gd name="connsiteY3" fmla="*/ 1195524 h 11955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10904" h="1195524">
                <a:moveTo>
                  <a:pt x="0" y="1195524"/>
                </a:moveTo>
                <a:lnTo>
                  <a:pt x="691110" y="0"/>
                </a:lnTo>
                <a:lnTo>
                  <a:pt x="2710904" y="1164961"/>
                </a:lnTo>
                <a:lnTo>
                  <a:pt x="0" y="1195524"/>
                </a:lnTo>
                <a:close/>
              </a:path>
            </a:pathLst>
          </a:custGeom>
          <a:solidFill>
            <a:schemeClr val="accent1">
              <a:alpha val="74902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20" name="Isosceles Triangle 18">
            <a:extLst>
              <a:ext uri="{FF2B5EF4-FFF2-40B4-BE49-F238E27FC236}">
                <a16:creationId xmlns:a16="http://schemas.microsoft.com/office/drawing/2014/main" id="{184317F0-BB9D-4FBF-9D93-441F60A61B91}"/>
              </a:ext>
            </a:extLst>
          </p:cNvPr>
          <p:cNvSpPr/>
          <p:nvPr userDrawn="1"/>
        </p:nvSpPr>
        <p:spPr>
          <a:xfrm rot="7200000" flipH="1">
            <a:off x="2260535" y="5386778"/>
            <a:ext cx="2710904" cy="1195524"/>
          </a:xfrm>
          <a:custGeom>
            <a:avLst/>
            <a:gdLst>
              <a:gd name="connsiteX0" fmla="*/ 0 w 2690815"/>
              <a:gd name="connsiteY0" fmla="*/ 800350 h 800350"/>
              <a:gd name="connsiteX1" fmla="*/ 1350170 w 2690815"/>
              <a:gd name="connsiteY1" fmla="*/ 0 h 800350"/>
              <a:gd name="connsiteX2" fmla="*/ 2690815 w 2690815"/>
              <a:gd name="connsiteY2" fmla="*/ 800350 h 800350"/>
              <a:gd name="connsiteX3" fmla="*/ 0 w 2690815"/>
              <a:gd name="connsiteY3" fmla="*/ 800350 h 800350"/>
              <a:gd name="connsiteX0" fmla="*/ 0 w 2690815"/>
              <a:gd name="connsiteY0" fmla="*/ 1196582 h 1196582"/>
              <a:gd name="connsiteX1" fmla="*/ 689277 w 2690815"/>
              <a:gd name="connsiteY1" fmla="*/ 0 h 1196582"/>
              <a:gd name="connsiteX2" fmla="*/ 2690815 w 2690815"/>
              <a:gd name="connsiteY2" fmla="*/ 1196582 h 1196582"/>
              <a:gd name="connsiteX3" fmla="*/ 0 w 2690815"/>
              <a:gd name="connsiteY3" fmla="*/ 1196582 h 1196582"/>
              <a:gd name="connsiteX0" fmla="*/ 0 w 2692648"/>
              <a:gd name="connsiteY0" fmla="*/ 1195524 h 1196582"/>
              <a:gd name="connsiteX1" fmla="*/ 691110 w 2692648"/>
              <a:gd name="connsiteY1" fmla="*/ 0 h 1196582"/>
              <a:gd name="connsiteX2" fmla="*/ 2692648 w 2692648"/>
              <a:gd name="connsiteY2" fmla="*/ 1196582 h 1196582"/>
              <a:gd name="connsiteX3" fmla="*/ 0 w 2692648"/>
              <a:gd name="connsiteY3" fmla="*/ 1195524 h 1196582"/>
              <a:gd name="connsiteX0" fmla="*/ 0 w 2710904"/>
              <a:gd name="connsiteY0" fmla="*/ 1195524 h 1195524"/>
              <a:gd name="connsiteX1" fmla="*/ 691110 w 2710904"/>
              <a:gd name="connsiteY1" fmla="*/ 0 h 1195524"/>
              <a:gd name="connsiteX2" fmla="*/ 2710904 w 2710904"/>
              <a:gd name="connsiteY2" fmla="*/ 1164961 h 1195524"/>
              <a:gd name="connsiteX3" fmla="*/ 0 w 2710904"/>
              <a:gd name="connsiteY3" fmla="*/ 1195524 h 11955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10904" h="1195524">
                <a:moveTo>
                  <a:pt x="0" y="1195524"/>
                </a:moveTo>
                <a:lnTo>
                  <a:pt x="691110" y="0"/>
                </a:lnTo>
                <a:lnTo>
                  <a:pt x="2710904" y="1164961"/>
                </a:lnTo>
                <a:lnTo>
                  <a:pt x="0" y="1195524"/>
                </a:lnTo>
                <a:close/>
              </a:path>
            </a:pathLst>
          </a:custGeom>
          <a:solidFill>
            <a:schemeClr val="accent1">
              <a:alpha val="74902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D2CEDE9-591E-4541-8E22-51B5430CE851}"/>
              </a:ext>
            </a:extLst>
          </p:cNvPr>
          <p:cNvSpPr/>
          <p:nvPr userDrawn="1"/>
        </p:nvSpPr>
        <p:spPr>
          <a:xfrm>
            <a:off x="2384602" y="-954"/>
            <a:ext cx="2112645" cy="6858952"/>
          </a:xfrm>
          <a:custGeom>
            <a:avLst/>
            <a:gdLst>
              <a:gd name="connsiteX0" fmla="*/ 0 w 844550"/>
              <a:gd name="connsiteY0" fmla="*/ 1389062 h 1389062"/>
              <a:gd name="connsiteX1" fmla="*/ 73025 w 844550"/>
              <a:gd name="connsiteY1" fmla="*/ 1389062 h 1389062"/>
              <a:gd name="connsiteX2" fmla="*/ 844550 w 844550"/>
              <a:gd name="connsiteY2" fmla="*/ 254000 h 1389062"/>
              <a:gd name="connsiteX3" fmla="*/ 523875 w 844550"/>
              <a:gd name="connsiteY3" fmla="*/ 1587 h 1389062"/>
              <a:gd name="connsiteX4" fmla="*/ 457200 w 844550"/>
              <a:gd name="connsiteY4" fmla="*/ 0 h 1389062"/>
              <a:gd name="connsiteX5" fmla="*/ 781050 w 844550"/>
              <a:gd name="connsiteY5" fmla="*/ 269875 h 1389062"/>
              <a:gd name="connsiteX6" fmla="*/ 0 w 844550"/>
              <a:gd name="connsiteY6" fmla="*/ 1389062 h 1389062"/>
              <a:gd name="connsiteX0" fmla="*/ 0 w 2078990"/>
              <a:gd name="connsiteY0" fmla="*/ 3415982 h 3415982"/>
              <a:gd name="connsiteX1" fmla="*/ 73025 w 2078990"/>
              <a:gd name="connsiteY1" fmla="*/ 3415982 h 3415982"/>
              <a:gd name="connsiteX2" fmla="*/ 2078990 w 2078990"/>
              <a:gd name="connsiteY2" fmla="*/ 0 h 3415982"/>
              <a:gd name="connsiteX3" fmla="*/ 523875 w 2078990"/>
              <a:gd name="connsiteY3" fmla="*/ 2028507 h 3415982"/>
              <a:gd name="connsiteX4" fmla="*/ 457200 w 2078990"/>
              <a:gd name="connsiteY4" fmla="*/ 2026920 h 3415982"/>
              <a:gd name="connsiteX5" fmla="*/ 781050 w 2078990"/>
              <a:gd name="connsiteY5" fmla="*/ 2296795 h 3415982"/>
              <a:gd name="connsiteX6" fmla="*/ 0 w 2078990"/>
              <a:gd name="connsiteY6" fmla="*/ 3415982 h 3415982"/>
              <a:gd name="connsiteX0" fmla="*/ 0 w 2078990"/>
              <a:gd name="connsiteY0" fmla="*/ 3425507 h 3425507"/>
              <a:gd name="connsiteX1" fmla="*/ 73025 w 2078990"/>
              <a:gd name="connsiteY1" fmla="*/ 3425507 h 3425507"/>
              <a:gd name="connsiteX2" fmla="*/ 2078990 w 2078990"/>
              <a:gd name="connsiteY2" fmla="*/ 9525 h 3425507"/>
              <a:gd name="connsiteX3" fmla="*/ 523875 w 2078990"/>
              <a:gd name="connsiteY3" fmla="*/ 2038032 h 3425507"/>
              <a:gd name="connsiteX4" fmla="*/ 457200 w 2078990"/>
              <a:gd name="connsiteY4" fmla="*/ 2036445 h 3425507"/>
              <a:gd name="connsiteX5" fmla="*/ 2030730 w 2078990"/>
              <a:gd name="connsiteY5" fmla="*/ 0 h 3425507"/>
              <a:gd name="connsiteX6" fmla="*/ 0 w 2078990"/>
              <a:gd name="connsiteY6" fmla="*/ 3425507 h 3425507"/>
              <a:gd name="connsiteX0" fmla="*/ 0 w 2078990"/>
              <a:gd name="connsiteY0" fmla="*/ 4714875 h 4714875"/>
              <a:gd name="connsiteX1" fmla="*/ 73025 w 2078990"/>
              <a:gd name="connsiteY1" fmla="*/ 4714875 h 4714875"/>
              <a:gd name="connsiteX2" fmla="*/ 2078990 w 2078990"/>
              <a:gd name="connsiteY2" fmla="*/ 1298893 h 4714875"/>
              <a:gd name="connsiteX3" fmla="*/ 1301115 w 2078990"/>
              <a:gd name="connsiteY3" fmla="*/ 0 h 4714875"/>
              <a:gd name="connsiteX4" fmla="*/ 457200 w 2078990"/>
              <a:gd name="connsiteY4" fmla="*/ 3325813 h 4714875"/>
              <a:gd name="connsiteX5" fmla="*/ 2030730 w 2078990"/>
              <a:gd name="connsiteY5" fmla="*/ 1289368 h 4714875"/>
              <a:gd name="connsiteX6" fmla="*/ 0 w 2078990"/>
              <a:gd name="connsiteY6" fmla="*/ 4714875 h 4714875"/>
              <a:gd name="connsiteX0" fmla="*/ 0 w 2078990"/>
              <a:gd name="connsiteY0" fmla="*/ 4714875 h 4714875"/>
              <a:gd name="connsiteX1" fmla="*/ 73025 w 2078990"/>
              <a:gd name="connsiteY1" fmla="*/ 4714875 h 4714875"/>
              <a:gd name="connsiteX2" fmla="*/ 2078990 w 2078990"/>
              <a:gd name="connsiteY2" fmla="*/ 1298893 h 4714875"/>
              <a:gd name="connsiteX3" fmla="*/ 1301115 w 2078990"/>
              <a:gd name="connsiteY3" fmla="*/ 0 h 4714875"/>
              <a:gd name="connsiteX4" fmla="*/ 1051560 w 2078990"/>
              <a:gd name="connsiteY4" fmla="*/ 33973 h 4714875"/>
              <a:gd name="connsiteX5" fmla="*/ 2030730 w 2078990"/>
              <a:gd name="connsiteY5" fmla="*/ 1289368 h 4714875"/>
              <a:gd name="connsiteX6" fmla="*/ 0 w 2078990"/>
              <a:gd name="connsiteY6" fmla="*/ 4714875 h 4714875"/>
              <a:gd name="connsiteX0" fmla="*/ 0 w 2078990"/>
              <a:gd name="connsiteY0" fmla="*/ 6650355 h 6650355"/>
              <a:gd name="connsiteX1" fmla="*/ 73025 w 2078990"/>
              <a:gd name="connsiteY1" fmla="*/ 6650355 h 6650355"/>
              <a:gd name="connsiteX2" fmla="*/ 2078990 w 2078990"/>
              <a:gd name="connsiteY2" fmla="*/ 3234373 h 6650355"/>
              <a:gd name="connsiteX3" fmla="*/ 229235 w 2078990"/>
              <a:gd name="connsiteY3" fmla="*/ 0 h 6650355"/>
              <a:gd name="connsiteX4" fmla="*/ 1051560 w 2078990"/>
              <a:gd name="connsiteY4" fmla="*/ 1969453 h 6650355"/>
              <a:gd name="connsiteX5" fmla="*/ 2030730 w 2078990"/>
              <a:gd name="connsiteY5" fmla="*/ 3224848 h 6650355"/>
              <a:gd name="connsiteX6" fmla="*/ 0 w 2078990"/>
              <a:gd name="connsiteY6" fmla="*/ 6650355 h 6650355"/>
              <a:gd name="connsiteX0" fmla="*/ 0 w 2078990"/>
              <a:gd name="connsiteY0" fmla="*/ 6687502 h 6687502"/>
              <a:gd name="connsiteX1" fmla="*/ 73025 w 2078990"/>
              <a:gd name="connsiteY1" fmla="*/ 6687502 h 6687502"/>
              <a:gd name="connsiteX2" fmla="*/ 2078990 w 2078990"/>
              <a:gd name="connsiteY2" fmla="*/ 3271520 h 6687502"/>
              <a:gd name="connsiteX3" fmla="*/ 229235 w 2078990"/>
              <a:gd name="connsiteY3" fmla="*/ 37147 h 6687502"/>
              <a:gd name="connsiteX4" fmla="*/ 71120 w 2078990"/>
              <a:gd name="connsiteY4" fmla="*/ 0 h 6687502"/>
              <a:gd name="connsiteX5" fmla="*/ 2030730 w 2078990"/>
              <a:gd name="connsiteY5" fmla="*/ 3261995 h 6687502"/>
              <a:gd name="connsiteX6" fmla="*/ 0 w 2078990"/>
              <a:gd name="connsiteY6" fmla="*/ 6687502 h 6687502"/>
              <a:gd name="connsiteX0" fmla="*/ 0 w 2052003"/>
              <a:gd name="connsiteY0" fmla="*/ 6687502 h 6687502"/>
              <a:gd name="connsiteX1" fmla="*/ 73025 w 2052003"/>
              <a:gd name="connsiteY1" fmla="*/ 6687502 h 6687502"/>
              <a:gd name="connsiteX2" fmla="*/ 2052003 w 2052003"/>
              <a:gd name="connsiteY2" fmla="*/ 3436620 h 6687502"/>
              <a:gd name="connsiteX3" fmla="*/ 229235 w 2052003"/>
              <a:gd name="connsiteY3" fmla="*/ 37147 h 6687502"/>
              <a:gd name="connsiteX4" fmla="*/ 71120 w 2052003"/>
              <a:gd name="connsiteY4" fmla="*/ 0 h 6687502"/>
              <a:gd name="connsiteX5" fmla="*/ 2030730 w 2052003"/>
              <a:gd name="connsiteY5" fmla="*/ 3261995 h 6687502"/>
              <a:gd name="connsiteX6" fmla="*/ 0 w 2052003"/>
              <a:gd name="connsiteY6" fmla="*/ 6687502 h 6687502"/>
              <a:gd name="connsiteX0" fmla="*/ 0 w 2093278"/>
              <a:gd name="connsiteY0" fmla="*/ 6687502 h 6687502"/>
              <a:gd name="connsiteX1" fmla="*/ 73025 w 2093278"/>
              <a:gd name="connsiteY1" fmla="*/ 6687502 h 6687502"/>
              <a:gd name="connsiteX2" fmla="*/ 2093278 w 2093278"/>
              <a:gd name="connsiteY2" fmla="*/ 3266758 h 6687502"/>
              <a:gd name="connsiteX3" fmla="*/ 229235 w 2093278"/>
              <a:gd name="connsiteY3" fmla="*/ 37147 h 6687502"/>
              <a:gd name="connsiteX4" fmla="*/ 71120 w 2093278"/>
              <a:gd name="connsiteY4" fmla="*/ 0 h 6687502"/>
              <a:gd name="connsiteX5" fmla="*/ 2030730 w 2093278"/>
              <a:gd name="connsiteY5" fmla="*/ 3261995 h 6687502"/>
              <a:gd name="connsiteX6" fmla="*/ 0 w 2093278"/>
              <a:gd name="connsiteY6" fmla="*/ 6687502 h 6687502"/>
              <a:gd name="connsiteX0" fmla="*/ 0 w 2093278"/>
              <a:gd name="connsiteY0" fmla="*/ 6687502 h 6687502"/>
              <a:gd name="connsiteX1" fmla="*/ 73025 w 2093278"/>
              <a:gd name="connsiteY1" fmla="*/ 6687502 h 6687502"/>
              <a:gd name="connsiteX2" fmla="*/ 2093278 w 2093278"/>
              <a:gd name="connsiteY2" fmla="*/ 3266758 h 6687502"/>
              <a:gd name="connsiteX3" fmla="*/ 229235 w 2093278"/>
              <a:gd name="connsiteY3" fmla="*/ 37147 h 6687502"/>
              <a:gd name="connsiteX4" fmla="*/ 71120 w 2093278"/>
              <a:gd name="connsiteY4" fmla="*/ 0 h 6687502"/>
              <a:gd name="connsiteX5" fmla="*/ 2019618 w 2093278"/>
              <a:gd name="connsiteY5" fmla="*/ 3271520 h 6687502"/>
              <a:gd name="connsiteX6" fmla="*/ 0 w 2093278"/>
              <a:gd name="connsiteY6" fmla="*/ 6687502 h 6687502"/>
              <a:gd name="connsiteX0" fmla="*/ 0 w 2093278"/>
              <a:gd name="connsiteY0" fmla="*/ 6687502 h 6687502"/>
              <a:gd name="connsiteX1" fmla="*/ 73025 w 2093278"/>
              <a:gd name="connsiteY1" fmla="*/ 6687502 h 6687502"/>
              <a:gd name="connsiteX2" fmla="*/ 2093278 w 2093278"/>
              <a:gd name="connsiteY2" fmla="*/ 3266758 h 6687502"/>
              <a:gd name="connsiteX3" fmla="*/ 229235 w 2093278"/>
              <a:gd name="connsiteY3" fmla="*/ 37147 h 6687502"/>
              <a:gd name="connsiteX4" fmla="*/ 71120 w 2093278"/>
              <a:gd name="connsiteY4" fmla="*/ 0 h 6687502"/>
              <a:gd name="connsiteX5" fmla="*/ 2016443 w 2093278"/>
              <a:gd name="connsiteY5" fmla="*/ 3268345 h 6687502"/>
              <a:gd name="connsiteX6" fmla="*/ 0 w 2093278"/>
              <a:gd name="connsiteY6" fmla="*/ 6687502 h 6687502"/>
              <a:gd name="connsiteX0" fmla="*/ 0 w 2093278"/>
              <a:gd name="connsiteY0" fmla="*/ 6687502 h 6687502"/>
              <a:gd name="connsiteX1" fmla="*/ 73025 w 2093278"/>
              <a:gd name="connsiteY1" fmla="*/ 6687502 h 6687502"/>
              <a:gd name="connsiteX2" fmla="*/ 2093278 w 2093278"/>
              <a:gd name="connsiteY2" fmla="*/ 3266758 h 6687502"/>
              <a:gd name="connsiteX3" fmla="*/ 230823 w 2093278"/>
              <a:gd name="connsiteY3" fmla="*/ 97472 h 6687502"/>
              <a:gd name="connsiteX4" fmla="*/ 71120 w 2093278"/>
              <a:gd name="connsiteY4" fmla="*/ 0 h 6687502"/>
              <a:gd name="connsiteX5" fmla="*/ 2016443 w 2093278"/>
              <a:gd name="connsiteY5" fmla="*/ 3268345 h 6687502"/>
              <a:gd name="connsiteX6" fmla="*/ 0 w 2093278"/>
              <a:gd name="connsiteY6" fmla="*/ 6687502 h 6687502"/>
              <a:gd name="connsiteX0" fmla="*/ 0 w 2093278"/>
              <a:gd name="connsiteY0" fmla="*/ 6687502 h 6687502"/>
              <a:gd name="connsiteX1" fmla="*/ 73025 w 2093278"/>
              <a:gd name="connsiteY1" fmla="*/ 6687502 h 6687502"/>
              <a:gd name="connsiteX2" fmla="*/ 2093278 w 2093278"/>
              <a:gd name="connsiteY2" fmla="*/ 3266758 h 6687502"/>
              <a:gd name="connsiteX3" fmla="*/ 214948 w 2093278"/>
              <a:gd name="connsiteY3" fmla="*/ 65722 h 6687502"/>
              <a:gd name="connsiteX4" fmla="*/ 71120 w 2093278"/>
              <a:gd name="connsiteY4" fmla="*/ 0 h 6687502"/>
              <a:gd name="connsiteX5" fmla="*/ 2016443 w 2093278"/>
              <a:gd name="connsiteY5" fmla="*/ 3268345 h 6687502"/>
              <a:gd name="connsiteX6" fmla="*/ 0 w 2093278"/>
              <a:gd name="connsiteY6" fmla="*/ 6687502 h 6687502"/>
              <a:gd name="connsiteX0" fmla="*/ 0 w 2093278"/>
              <a:gd name="connsiteY0" fmla="*/ 6621780 h 6621780"/>
              <a:gd name="connsiteX1" fmla="*/ 73025 w 2093278"/>
              <a:gd name="connsiteY1" fmla="*/ 6621780 h 6621780"/>
              <a:gd name="connsiteX2" fmla="*/ 2093278 w 2093278"/>
              <a:gd name="connsiteY2" fmla="*/ 3201036 h 6621780"/>
              <a:gd name="connsiteX3" fmla="*/ 214948 w 2093278"/>
              <a:gd name="connsiteY3" fmla="*/ 0 h 6621780"/>
              <a:gd name="connsiteX4" fmla="*/ 139383 w 2093278"/>
              <a:gd name="connsiteY4" fmla="*/ 18416 h 6621780"/>
              <a:gd name="connsiteX5" fmla="*/ 2016443 w 2093278"/>
              <a:gd name="connsiteY5" fmla="*/ 3202623 h 6621780"/>
              <a:gd name="connsiteX6" fmla="*/ 0 w 2093278"/>
              <a:gd name="connsiteY6" fmla="*/ 6621780 h 6621780"/>
              <a:gd name="connsiteX0" fmla="*/ 0 w 2093278"/>
              <a:gd name="connsiteY0" fmla="*/ 6621780 h 6621780"/>
              <a:gd name="connsiteX1" fmla="*/ 73025 w 2093278"/>
              <a:gd name="connsiteY1" fmla="*/ 6621780 h 6621780"/>
              <a:gd name="connsiteX2" fmla="*/ 2093278 w 2093278"/>
              <a:gd name="connsiteY2" fmla="*/ 3201036 h 6621780"/>
              <a:gd name="connsiteX3" fmla="*/ 214948 w 2093278"/>
              <a:gd name="connsiteY3" fmla="*/ 0 h 6621780"/>
              <a:gd name="connsiteX4" fmla="*/ 206058 w 2093278"/>
              <a:gd name="connsiteY4" fmla="*/ 77154 h 6621780"/>
              <a:gd name="connsiteX5" fmla="*/ 2016443 w 2093278"/>
              <a:gd name="connsiteY5" fmla="*/ 3202623 h 6621780"/>
              <a:gd name="connsiteX6" fmla="*/ 0 w 2093278"/>
              <a:gd name="connsiteY6" fmla="*/ 6621780 h 6621780"/>
              <a:gd name="connsiteX0" fmla="*/ 0 w 2093278"/>
              <a:gd name="connsiteY0" fmla="*/ 6624001 h 6624001"/>
              <a:gd name="connsiteX1" fmla="*/ 73025 w 2093278"/>
              <a:gd name="connsiteY1" fmla="*/ 6624001 h 6624001"/>
              <a:gd name="connsiteX2" fmla="*/ 2093278 w 2093278"/>
              <a:gd name="connsiteY2" fmla="*/ 3203257 h 6624001"/>
              <a:gd name="connsiteX3" fmla="*/ 214948 w 2093278"/>
              <a:gd name="connsiteY3" fmla="*/ 2221 h 6624001"/>
              <a:gd name="connsiteX4" fmla="*/ 139383 w 2093278"/>
              <a:gd name="connsiteY4" fmla="*/ 0 h 6624001"/>
              <a:gd name="connsiteX5" fmla="*/ 2016443 w 2093278"/>
              <a:gd name="connsiteY5" fmla="*/ 3204844 h 6624001"/>
              <a:gd name="connsiteX6" fmla="*/ 0 w 2093278"/>
              <a:gd name="connsiteY6" fmla="*/ 6624001 h 6624001"/>
              <a:gd name="connsiteX0" fmla="*/ 0 w 2093278"/>
              <a:gd name="connsiteY0" fmla="*/ 6856730 h 6856730"/>
              <a:gd name="connsiteX1" fmla="*/ 73025 w 2093278"/>
              <a:gd name="connsiteY1" fmla="*/ 6856730 h 6856730"/>
              <a:gd name="connsiteX2" fmla="*/ 2093278 w 2093278"/>
              <a:gd name="connsiteY2" fmla="*/ 3435986 h 6856730"/>
              <a:gd name="connsiteX3" fmla="*/ 49848 w 2093278"/>
              <a:gd name="connsiteY3" fmla="*/ 0 h 6856730"/>
              <a:gd name="connsiteX4" fmla="*/ 139383 w 2093278"/>
              <a:gd name="connsiteY4" fmla="*/ 232729 h 6856730"/>
              <a:gd name="connsiteX5" fmla="*/ 2016443 w 2093278"/>
              <a:gd name="connsiteY5" fmla="*/ 3437573 h 6856730"/>
              <a:gd name="connsiteX6" fmla="*/ 0 w 2093278"/>
              <a:gd name="connsiteY6" fmla="*/ 6856730 h 6856730"/>
              <a:gd name="connsiteX0" fmla="*/ 19367 w 2112645"/>
              <a:gd name="connsiteY0" fmla="*/ 6858952 h 6858952"/>
              <a:gd name="connsiteX1" fmla="*/ 92392 w 2112645"/>
              <a:gd name="connsiteY1" fmla="*/ 6858952 h 6858952"/>
              <a:gd name="connsiteX2" fmla="*/ 2112645 w 2112645"/>
              <a:gd name="connsiteY2" fmla="*/ 3438208 h 6858952"/>
              <a:gd name="connsiteX3" fmla="*/ 69215 w 2112645"/>
              <a:gd name="connsiteY3" fmla="*/ 2222 h 6858952"/>
              <a:gd name="connsiteX4" fmla="*/ 0 w 2112645"/>
              <a:gd name="connsiteY4" fmla="*/ 0 h 6858952"/>
              <a:gd name="connsiteX5" fmla="*/ 2035810 w 2112645"/>
              <a:gd name="connsiteY5" fmla="*/ 3439795 h 6858952"/>
              <a:gd name="connsiteX6" fmla="*/ 19367 w 2112645"/>
              <a:gd name="connsiteY6" fmla="*/ 6858952 h 6858952"/>
              <a:gd name="connsiteX0" fmla="*/ 19367 w 2112645"/>
              <a:gd name="connsiteY0" fmla="*/ 6858952 h 6858952"/>
              <a:gd name="connsiteX1" fmla="*/ 92392 w 2112645"/>
              <a:gd name="connsiteY1" fmla="*/ 6858952 h 6858952"/>
              <a:gd name="connsiteX2" fmla="*/ 2112645 w 2112645"/>
              <a:gd name="connsiteY2" fmla="*/ 3438208 h 6858952"/>
              <a:gd name="connsiteX3" fmla="*/ 67628 w 2112645"/>
              <a:gd name="connsiteY3" fmla="*/ 634 h 6858952"/>
              <a:gd name="connsiteX4" fmla="*/ 0 w 2112645"/>
              <a:gd name="connsiteY4" fmla="*/ 0 h 6858952"/>
              <a:gd name="connsiteX5" fmla="*/ 2035810 w 2112645"/>
              <a:gd name="connsiteY5" fmla="*/ 3439795 h 6858952"/>
              <a:gd name="connsiteX6" fmla="*/ 19367 w 2112645"/>
              <a:gd name="connsiteY6" fmla="*/ 6858952 h 6858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12645" h="6858952">
                <a:moveTo>
                  <a:pt x="19367" y="6858952"/>
                </a:moveTo>
                <a:lnTo>
                  <a:pt x="92392" y="6858952"/>
                </a:lnTo>
                <a:lnTo>
                  <a:pt x="2112645" y="3438208"/>
                </a:lnTo>
                <a:lnTo>
                  <a:pt x="67628" y="634"/>
                </a:lnTo>
                <a:lnTo>
                  <a:pt x="0" y="0"/>
                </a:lnTo>
                <a:lnTo>
                  <a:pt x="2035810" y="3439795"/>
                </a:lnTo>
                <a:lnTo>
                  <a:pt x="19367" y="6858952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34540813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" userDrawn="1">
          <p15:clr>
            <a:srgbClr val="FBAE40"/>
          </p15:clr>
        </p15:guide>
        <p15:guide id="3" pos="5472" userDrawn="1">
          <p15:clr>
            <a:srgbClr val="FBAE40"/>
          </p15:clr>
        </p15:guide>
        <p15:guide id="4" orient="horz" pos="3744" userDrawn="1">
          <p15:clr>
            <a:srgbClr val="FBAE40"/>
          </p15:clr>
        </p15:guide>
        <p15:guide id="6" orient="horz" pos="4118" userDrawn="1">
          <p15:clr>
            <a:srgbClr val="FBAE40"/>
          </p15:clr>
        </p15:guide>
        <p15:guide id="8" pos="1440" userDrawn="1">
          <p15:clr>
            <a:srgbClr val="FBAE40"/>
          </p15:clr>
        </p15:guide>
        <p15:guide id="9" pos="2880" userDrawn="1">
          <p15:clr>
            <a:srgbClr val="FBAE40"/>
          </p15:clr>
        </p15:guide>
        <p15:guide id="10" pos="432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22AE9-2CA0-45CA-9FBA-0FDF11700D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15" name="Nexus">
            <a:extLst>
              <a:ext uri="{FF2B5EF4-FFF2-40B4-BE49-F238E27FC236}">
                <a16:creationId xmlns:a16="http://schemas.microsoft.com/office/drawing/2014/main" id="{52204DDE-1CFF-4147-9C4B-3B789029E6B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 userDrawn="1">
            <p:ph idx="1"/>
          </p:nvPr>
        </p:nvSpPr>
        <p:spPr>
          <a:xfrm>
            <a:off x="320675" y="1235075"/>
            <a:ext cx="8502650" cy="4891087"/>
          </a:xfrm>
        </p:spPr>
        <p:txBody>
          <a:bodyPr numCol="2">
            <a:normAutofit/>
          </a:bodyPr>
          <a:lstStyle>
            <a:lvl1pPr marL="0" indent="0">
              <a:spcBef>
                <a:spcPts val="1200"/>
              </a:spcBef>
              <a:buFontTx/>
              <a:buNone/>
              <a:tabLst>
                <a:tab pos="4113213" algn="r"/>
              </a:tabLst>
              <a:defRPr sz="1600" b="1"/>
            </a:lvl1pPr>
            <a:lvl2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2pPr>
            <a:lvl3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3pPr>
            <a:lvl4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4pPr>
            <a:lvl5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5pPr>
            <a:lvl6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6pPr>
            <a:lvl7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7pPr>
            <a:lvl8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8pPr>
            <a:lvl9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notes">
            <a:extLst>
              <a:ext uri="{FF2B5EF4-FFF2-40B4-BE49-F238E27FC236}">
                <a16:creationId xmlns:a16="http://schemas.microsoft.com/office/drawing/2014/main" id="{1B386CFA-E55D-6041-A2A0-FE3335184911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320674" y="6217920"/>
            <a:ext cx="8502649" cy="228638"/>
          </a:xfrm>
        </p:spPr>
        <p:txBody>
          <a:bodyPr anchor="b" anchorCtr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5pPr>
            <a:lvl6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6pPr>
            <a:lvl7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7pPr>
            <a:lvl8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8pPr>
            <a:lvl9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9pPr>
          </a:lstStyle>
          <a:p>
            <a:pPr lvl="0"/>
            <a:r>
              <a:rPr lang="en-US" dirty="0"/>
              <a:t>[Footnotes/references if needed]</a:t>
            </a: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EB879EB-E186-4B07-BB09-79749E6E5598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4535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8">
          <p15:clr>
            <a:srgbClr val="FBAE40"/>
          </p15:clr>
        </p15:guide>
        <p15:guide id="3" orient="horz" pos="3859" userDrawn="1">
          <p15:clr>
            <a:srgbClr val="FBAE40"/>
          </p15:clr>
        </p15:guide>
        <p15:guide id="4" pos="202">
          <p15:clr>
            <a:srgbClr val="FBAE40"/>
          </p15:clr>
        </p15:guide>
        <p15:guide id="5" pos="5558">
          <p15:clr>
            <a:srgbClr val="FBAE40"/>
          </p15:clr>
        </p15:guide>
        <p15:guide id="6" orient="horz" pos="202">
          <p15:clr>
            <a:srgbClr val="FBAE40"/>
          </p15:clr>
        </p15:guide>
        <p15:guide id="7" orient="horz" pos="411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One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86E3A975-4E1F-4130-947A-76ECF39D2EF2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F22AE9-2CA0-45CA-9FBA-0FDF11700D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13" name="Nexus">
            <a:extLst>
              <a:ext uri="{FF2B5EF4-FFF2-40B4-BE49-F238E27FC236}">
                <a16:creationId xmlns:a16="http://schemas.microsoft.com/office/drawing/2014/main" id="{AA031DDC-6E64-42DE-8935-4C481911C77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 userDrawn="1">
            <p:ph idx="1"/>
          </p:nvPr>
        </p:nvSpPr>
        <p:spPr>
          <a:xfrm>
            <a:off x="320675" y="1069675"/>
            <a:ext cx="8502650" cy="5348378"/>
          </a:xfrm>
        </p:spPr>
        <p:txBody>
          <a:bodyPr/>
          <a:lstStyle>
            <a:lvl2pPr marL="173736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460175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8" userDrawn="1">
          <p15:clr>
            <a:srgbClr val="FBAE40"/>
          </p15:clr>
        </p15:guide>
        <p15:guide id="3" orient="horz" pos="3859" userDrawn="1">
          <p15:clr>
            <a:srgbClr val="FBAE40"/>
          </p15:clr>
        </p15:guide>
        <p15:guide id="4" pos="202" userDrawn="1">
          <p15:clr>
            <a:srgbClr val="FBAE40"/>
          </p15:clr>
        </p15:guide>
        <p15:guide id="5" pos="5558" userDrawn="1">
          <p15:clr>
            <a:srgbClr val="FBAE40"/>
          </p15:clr>
        </p15:guide>
        <p15:guide id="6" orient="horz" pos="202" userDrawn="1">
          <p15:clr>
            <a:srgbClr val="FBAE40"/>
          </p15:clr>
        </p15:guide>
        <p15:guide id="7" orient="horz" pos="4118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12BE805-8AAF-45CE-BF58-31FF2A7187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14" name="Nexus">
            <a:extLst>
              <a:ext uri="{FF2B5EF4-FFF2-40B4-BE49-F238E27FC236}">
                <a16:creationId xmlns:a16="http://schemas.microsoft.com/office/drawing/2014/main" id="{AA22AA78-F789-4154-96DD-A1BF6D3AF2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 userDrawn="1">
            <p:ph sz="half" idx="1"/>
          </p:nvPr>
        </p:nvSpPr>
        <p:spPr>
          <a:xfrm>
            <a:off x="320674" y="1234440"/>
            <a:ext cx="4114800" cy="4891723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 userDrawn="1">
            <p:ph sz="half" idx="2"/>
          </p:nvPr>
        </p:nvSpPr>
        <p:spPr>
          <a:xfrm>
            <a:off x="4708525" y="1234440"/>
            <a:ext cx="4114800" cy="4891723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Footnotes">
            <a:extLst>
              <a:ext uri="{FF2B5EF4-FFF2-40B4-BE49-F238E27FC236}">
                <a16:creationId xmlns:a16="http://schemas.microsoft.com/office/drawing/2014/main" id="{D6B37056-6377-3D44-A7A5-FAA3E592F2C8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320674" y="6217920"/>
            <a:ext cx="8502649" cy="228638"/>
          </a:xfrm>
        </p:spPr>
        <p:txBody>
          <a:bodyPr anchor="b" anchorCtr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5pPr>
            <a:lvl6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6pPr>
            <a:lvl7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7pPr>
            <a:lvl8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8pPr>
            <a:lvl9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9pPr>
          </a:lstStyle>
          <a:p>
            <a:pPr lvl="0"/>
            <a:r>
              <a:rPr lang="en-US" dirty="0"/>
              <a:t>[Footnotes/references if needed]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9DA88AC-864D-4DB8-B790-4226FB5797A5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44103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794" userDrawn="1">
          <p15:clr>
            <a:srgbClr val="FBAE40"/>
          </p15:clr>
        </p15:guide>
        <p15:guide id="2" pos="2966" userDrawn="1">
          <p15:clr>
            <a:srgbClr val="FBAE40"/>
          </p15:clr>
        </p15:guide>
        <p15:guide id="3" orient="horz" pos="778" userDrawn="1">
          <p15:clr>
            <a:srgbClr val="FBAE40"/>
          </p15:clr>
        </p15:guide>
        <p15:guide id="5" orient="horz" pos="3859" userDrawn="1">
          <p15:clr>
            <a:srgbClr val="FBAE40"/>
          </p15:clr>
        </p15:guide>
        <p15:guide id="6" pos="202" userDrawn="1">
          <p15:clr>
            <a:srgbClr val="FBAE40"/>
          </p15:clr>
        </p15:guide>
        <p15:guide id="7" pos="5558" userDrawn="1">
          <p15:clr>
            <a:srgbClr val="FBAE40"/>
          </p15:clr>
        </p15:guide>
        <p15:guide id="8" orient="horz" pos="202" userDrawn="1">
          <p15:clr>
            <a:srgbClr val="FBAE40"/>
          </p15:clr>
        </p15:guide>
        <p15:guide id="9" orient="horz" pos="4118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E5317A-A20E-2F41-9389-6C78A525E5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[Slide title]</a:t>
            </a:r>
          </a:p>
        </p:txBody>
      </p:sp>
      <p:pic>
        <p:nvPicPr>
          <p:cNvPr id="14" name="Nexus">
            <a:extLst>
              <a:ext uri="{FF2B5EF4-FFF2-40B4-BE49-F238E27FC236}">
                <a16:creationId xmlns:a16="http://schemas.microsoft.com/office/drawing/2014/main" id="{8085B9DA-16E4-4C13-AC39-7ED891710C5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 userDrawn="1">
            <p:ph sz="half" idx="1"/>
          </p:nvPr>
        </p:nvSpPr>
        <p:spPr>
          <a:xfrm>
            <a:off x="320673" y="1234439"/>
            <a:ext cx="2651760" cy="4891723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 userDrawn="1">
            <p:ph sz="half" idx="2"/>
          </p:nvPr>
        </p:nvSpPr>
        <p:spPr>
          <a:xfrm>
            <a:off x="3245907" y="1234439"/>
            <a:ext cx="2651760" cy="4891723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2A924AD7-11EB-E145-B53D-C9DADD096840}"/>
              </a:ext>
            </a:extLst>
          </p:cNvPr>
          <p:cNvSpPr>
            <a:spLocks noGrp="1"/>
          </p:cNvSpPr>
          <p:nvPr userDrawn="1">
            <p:ph sz="quarter" idx="13"/>
          </p:nvPr>
        </p:nvSpPr>
        <p:spPr>
          <a:xfrm>
            <a:off x="6170613" y="1234439"/>
            <a:ext cx="2651760" cy="4891723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notes">
            <a:extLst>
              <a:ext uri="{FF2B5EF4-FFF2-40B4-BE49-F238E27FC236}">
                <a16:creationId xmlns:a16="http://schemas.microsoft.com/office/drawing/2014/main" id="{AAC8FB00-FAA0-A648-9F01-BA9E8FBDDF5A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320674" y="6217920"/>
            <a:ext cx="8502649" cy="228638"/>
          </a:xfrm>
        </p:spPr>
        <p:txBody>
          <a:bodyPr anchor="b" anchorCtr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5pPr>
            <a:lvl6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6pPr>
            <a:lvl7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7pPr>
            <a:lvl8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8pPr>
            <a:lvl9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9pPr>
          </a:lstStyle>
          <a:p>
            <a:pPr lvl="0"/>
            <a:r>
              <a:rPr lang="en-US" dirty="0"/>
              <a:t>[Footnotes/references if needed]</a:t>
            </a: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D41BEF0-109C-4BA2-85D6-CAA18A700256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65851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872" userDrawn="1">
          <p15:clr>
            <a:srgbClr val="FBAE40"/>
          </p15:clr>
        </p15:guide>
        <p15:guide id="2" pos="2045" userDrawn="1">
          <p15:clr>
            <a:srgbClr val="FBAE40"/>
          </p15:clr>
        </p15:guide>
        <p15:guide id="3" pos="3888" userDrawn="1">
          <p15:clr>
            <a:srgbClr val="FBAE40"/>
          </p15:clr>
        </p15:guide>
        <p15:guide id="4" pos="3715" userDrawn="1">
          <p15:clr>
            <a:srgbClr val="FBAE40"/>
          </p15:clr>
        </p15:guide>
        <p15:guide id="5" orient="horz" pos="778" userDrawn="1">
          <p15:clr>
            <a:srgbClr val="FBAE40"/>
          </p15:clr>
        </p15:guide>
        <p15:guide id="7" orient="horz" pos="3859" userDrawn="1">
          <p15:clr>
            <a:srgbClr val="FBAE40"/>
          </p15:clr>
        </p15:guide>
        <p15:guide id="8" pos="202" userDrawn="1">
          <p15:clr>
            <a:srgbClr val="FBAE40"/>
          </p15:clr>
        </p15:guide>
        <p15:guide id="9" pos="5558" userDrawn="1">
          <p15:clr>
            <a:srgbClr val="FBAE40"/>
          </p15:clr>
        </p15:guide>
        <p15:guide id="10" orient="horz" pos="202" userDrawn="1">
          <p15:clr>
            <a:srgbClr val="FBAE40"/>
          </p15:clr>
        </p15:guide>
        <p15:guide id="11" orient="horz" pos="4118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bar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6758353-FE5A-440A-A6DD-54AD2D8EA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12" name="Nexus">
            <a:extLst>
              <a:ext uri="{FF2B5EF4-FFF2-40B4-BE49-F238E27FC236}">
                <a16:creationId xmlns:a16="http://schemas.microsoft.com/office/drawing/2014/main" id="{5B463AA2-5335-4124-85C1-4418F5A7D6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3" name="Content Placeholder 1"/>
          <p:cNvSpPr>
            <a:spLocks noGrp="1"/>
          </p:cNvSpPr>
          <p:nvPr userDrawn="1">
            <p:ph sz="half" idx="1"/>
          </p:nvPr>
        </p:nvSpPr>
        <p:spPr>
          <a:xfrm>
            <a:off x="320673" y="1234440"/>
            <a:ext cx="2651760" cy="4891723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 userDrawn="1">
            <p:ph sz="half" idx="2"/>
          </p:nvPr>
        </p:nvSpPr>
        <p:spPr>
          <a:xfrm>
            <a:off x="3245906" y="1234440"/>
            <a:ext cx="5577417" cy="4891723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Footnotes">
            <a:extLst>
              <a:ext uri="{FF2B5EF4-FFF2-40B4-BE49-F238E27FC236}">
                <a16:creationId xmlns:a16="http://schemas.microsoft.com/office/drawing/2014/main" id="{C29B4469-0E3B-1648-97D9-6CC5A5F150B3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320674" y="6217920"/>
            <a:ext cx="8502649" cy="228638"/>
          </a:xfrm>
        </p:spPr>
        <p:txBody>
          <a:bodyPr anchor="b" anchorCtr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5pPr>
            <a:lvl6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6pPr>
            <a:lvl7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7pPr>
            <a:lvl8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8pPr>
            <a:lvl9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9pPr>
          </a:lstStyle>
          <a:p>
            <a:pPr lvl="0"/>
            <a:r>
              <a:rPr lang="en-US" dirty="0"/>
              <a:t>[Footnotes/references if needed]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5154857-D5A5-48C4-9372-EAC95BFAA80C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83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872">
          <p15:clr>
            <a:srgbClr val="FBAE40"/>
          </p15:clr>
        </p15:guide>
        <p15:guide id="2" pos="2045">
          <p15:clr>
            <a:srgbClr val="FBAE40"/>
          </p15:clr>
        </p15:guide>
        <p15:guide id="5" orient="horz" pos="778">
          <p15:clr>
            <a:srgbClr val="FBAE40"/>
          </p15:clr>
        </p15:guide>
        <p15:guide id="7" orient="horz" pos="3859" userDrawn="1">
          <p15:clr>
            <a:srgbClr val="FBAE40"/>
          </p15:clr>
        </p15:guide>
        <p15:guide id="8" pos="202">
          <p15:clr>
            <a:srgbClr val="FBAE40"/>
          </p15:clr>
        </p15:guide>
        <p15:guide id="9" pos="5558">
          <p15:clr>
            <a:srgbClr val="FBAE40"/>
          </p15:clr>
        </p15:guide>
        <p15:guide id="10" orient="horz" pos="202">
          <p15:clr>
            <a:srgbClr val="FBAE40"/>
          </p15:clr>
        </p15:guide>
        <p15:guide id="11" orient="horz" pos="411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bar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6758353-FE5A-440A-A6DD-54AD2D8EA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17" name="Nexus">
            <a:extLst>
              <a:ext uri="{FF2B5EF4-FFF2-40B4-BE49-F238E27FC236}">
                <a16:creationId xmlns:a16="http://schemas.microsoft.com/office/drawing/2014/main" id="{550042BD-5E5D-479A-8C1E-D072A2558AB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 userDrawn="1">
            <p:ph sz="half" idx="1"/>
          </p:nvPr>
        </p:nvSpPr>
        <p:spPr>
          <a:xfrm>
            <a:off x="320673" y="1234440"/>
            <a:ext cx="5576890" cy="4891723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 userDrawn="1">
            <p:ph sz="half" idx="2"/>
          </p:nvPr>
        </p:nvSpPr>
        <p:spPr>
          <a:xfrm>
            <a:off x="6172200" y="1234440"/>
            <a:ext cx="2651123" cy="4891723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Footnotes">
            <a:extLst>
              <a:ext uri="{FF2B5EF4-FFF2-40B4-BE49-F238E27FC236}">
                <a16:creationId xmlns:a16="http://schemas.microsoft.com/office/drawing/2014/main" id="{1F6B1A05-982E-2248-8A4C-D035BD78B28C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320674" y="6217920"/>
            <a:ext cx="8502649" cy="228638"/>
          </a:xfrm>
        </p:spPr>
        <p:txBody>
          <a:bodyPr anchor="b" anchorCtr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5pPr>
            <a:lvl6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6pPr>
            <a:lvl7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7pPr>
            <a:lvl8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8pPr>
            <a:lvl9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9pPr>
          </a:lstStyle>
          <a:p>
            <a:pPr lvl="0"/>
            <a:r>
              <a:rPr lang="en-US" dirty="0"/>
              <a:t>[Footnotes/references if needed]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FDA3077-97A9-4F14-B8C7-55C68D612104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72010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3888">
          <p15:clr>
            <a:srgbClr val="FBAE40"/>
          </p15:clr>
        </p15:guide>
        <p15:guide id="4" pos="3715">
          <p15:clr>
            <a:srgbClr val="FBAE40"/>
          </p15:clr>
        </p15:guide>
        <p15:guide id="5" orient="horz" pos="778">
          <p15:clr>
            <a:srgbClr val="FBAE40"/>
          </p15:clr>
        </p15:guide>
        <p15:guide id="7" orient="horz" pos="3859" userDrawn="1">
          <p15:clr>
            <a:srgbClr val="FBAE40"/>
          </p15:clr>
        </p15:guide>
        <p15:guide id="8" pos="202">
          <p15:clr>
            <a:srgbClr val="FBAE40"/>
          </p15:clr>
        </p15:guide>
        <p15:guide id="9" pos="5558">
          <p15:clr>
            <a:srgbClr val="FBAE40"/>
          </p15:clr>
        </p15:guide>
        <p15:guide id="10" orient="horz" pos="202">
          <p15:clr>
            <a:srgbClr val="FBAE40"/>
          </p15:clr>
        </p15:guide>
        <p15:guide id="11" orient="horz" pos="4118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FBD9F-E126-4A6F-ADD7-89B9A71894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16" name="Nexus">
            <a:extLst>
              <a:ext uri="{FF2B5EF4-FFF2-40B4-BE49-F238E27FC236}">
                <a16:creationId xmlns:a16="http://schemas.microsoft.com/office/drawing/2014/main" id="{5AE76E74-9F83-47DE-B919-CC5EF4C142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4" name="Content Placeholder 2"/>
          <p:cNvSpPr>
            <a:spLocks noGrp="1"/>
          </p:cNvSpPr>
          <p:nvPr userDrawn="1">
            <p:ph sz="half" idx="2"/>
          </p:nvPr>
        </p:nvSpPr>
        <p:spPr>
          <a:xfrm>
            <a:off x="320675" y="1235074"/>
            <a:ext cx="4114800" cy="4891089"/>
          </a:xfrm>
          <a:ln w="3175">
            <a:solidFill>
              <a:srgbClr val="172430"/>
            </a:solidFill>
          </a:ln>
        </p:spPr>
        <p:txBody>
          <a:bodyPr lIns="91440" tIns="548640" rIns="91440" bIns="27432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ext Placeholder 3"/>
          <p:cNvSpPr>
            <a:spLocks noGrp="1"/>
          </p:cNvSpPr>
          <p:nvPr userDrawn="1">
            <p:ph type="body" idx="1" hasCustomPrompt="1"/>
          </p:nvPr>
        </p:nvSpPr>
        <p:spPr>
          <a:xfrm>
            <a:off x="320675" y="1235074"/>
            <a:ext cx="4114800" cy="369332"/>
          </a:xfrm>
          <a:solidFill>
            <a:srgbClr val="172430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6" name="Content Placeholder 4"/>
          <p:cNvSpPr>
            <a:spLocks noGrp="1"/>
          </p:cNvSpPr>
          <p:nvPr userDrawn="1">
            <p:ph sz="quarter" idx="4"/>
          </p:nvPr>
        </p:nvSpPr>
        <p:spPr>
          <a:xfrm>
            <a:off x="4708525" y="1235074"/>
            <a:ext cx="4114800" cy="4891089"/>
          </a:xfrm>
          <a:ln w="3175">
            <a:solidFill>
              <a:srgbClr val="172430"/>
            </a:solidFill>
          </a:ln>
        </p:spPr>
        <p:txBody>
          <a:bodyPr lIns="91440" tIns="548640" rIns="91440" bIns="27432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5"/>
          <p:cNvSpPr>
            <a:spLocks noGrp="1"/>
          </p:cNvSpPr>
          <p:nvPr userDrawn="1">
            <p:ph type="body" sz="quarter" idx="3" hasCustomPrompt="1"/>
          </p:nvPr>
        </p:nvSpPr>
        <p:spPr>
          <a:xfrm>
            <a:off x="4708525" y="1235074"/>
            <a:ext cx="4114800" cy="369332"/>
          </a:xfrm>
          <a:solidFill>
            <a:schemeClr val="accent1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12" name="Footnotes">
            <a:extLst>
              <a:ext uri="{FF2B5EF4-FFF2-40B4-BE49-F238E27FC236}">
                <a16:creationId xmlns:a16="http://schemas.microsoft.com/office/drawing/2014/main" id="{A04E5A76-A6FD-CA49-8B50-6A5FAC170602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320674" y="6217920"/>
            <a:ext cx="8502649" cy="228638"/>
          </a:xfrm>
        </p:spPr>
        <p:txBody>
          <a:bodyPr anchor="b" anchorCtr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5pPr>
            <a:lvl6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6pPr>
            <a:lvl7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7pPr>
            <a:lvl8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8pPr>
            <a:lvl9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9pPr>
          </a:lstStyle>
          <a:p>
            <a:pPr lvl="0"/>
            <a:r>
              <a:rPr lang="en-US" dirty="0"/>
              <a:t>[Footnotes/references if needed]</a:t>
            </a: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4FE5010A-D6D9-4CB9-BBEB-F577B7E0B133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79441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794" userDrawn="1">
          <p15:clr>
            <a:srgbClr val="FBAE40"/>
          </p15:clr>
        </p15:guide>
        <p15:guide id="2" pos="2966" userDrawn="1">
          <p15:clr>
            <a:srgbClr val="FBAE40"/>
          </p15:clr>
        </p15:guide>
        <p15:guide id="3" orient="horz" pos="778" userDrawn="1">
          <p15:clr>
            <a:srgbClr val="FBAE40"/>
          </p15:clr>
        </p15:guide>
        <p15:guide id="6" orient="horz" pos="3859" userDrawn="1">
          <p15:clr>
            <a:srgbClr val="FBAE40"/>
          </p15:clr>
        </p15:guide>
        <p15:guide id="7" pos="202" userDrawn="1">
          <p15:clr>
            <a:srgbClr val="FBAE40"/>
          </p15:clr>
        </p15:guide>
        <p15:guide id="8" pos="5558" userDrawn="1">
          <p15:clr>
            <a:srgbClr val="FBAE40"/>
          </p15:clr>
        </p15:guide>
        <p15:guide id="9" orient="horz" pos="202" userDrawn="1">
          <p15:clr>
            <a:srgbClr val="FBAE40"/>
          </p15:clr>
        </p15:guide>
        <p15:guide id="10" orient="horz" pos="4118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FBD9F-E126-4A6F-ADD7-89B9A71894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21" name="Nexus">
            <a:extLst>
              <a:ext uri="{FF2B5EF4-FFF2-40B4-BE49-F238E27FC236}">
                <a16:creationId xmlns:a16="http://schemas.microsoft.com/office/drawing/2014/main" id="{C0C915EF-AB3B-4D10-99E2-1A730A800E6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4" name="Content Placeholder 2"/>
          <p:cNvSpPr>
            <a:spLocks noGrp="1"/>
          </p:cNvSpPr>
          <p:nvPr userDrawn="1">
            <p:ph sz="half" idx="2"/>
          </p:nvPr>
        </p:nvSpPr>
        <p:spPr>
          <a:xfrm>
            <a:off x="320675" y="1235074"/>
            <a:ext cx="2651760" cy="4891089"/>
          </a:xfrm>
          <a:ln w="3175">
            <a:solidFill>
              <a:srgbClr val="172430"/>
            </a:solidFill>
          </a:ln>
        </p:spPr>
        <p:txBody>
          <a:bodyPr lIns="91440" tIns="548640" rIns="91440" bIns="9144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ext Placeholder 3"/>
          <p:cNvSpPr>
            <a:spLocks noGrp="1"/>
          </p:cNvSpPr>
          <p:nvPr userDrawn="1">
            <p:ph type="body" idx="1" hasCustomPrompt="1"/>
          </p:nvPr>
        </p:nvSpPr>
        <p:spPr>
          <a:xfrm>
            <a:off x="320675" y="1235074"/>
            <a:ext cx="2651760" cy="369332"/>
          </a:xfrm>
          <a:solidFill>
            <a:srgbClr val="172430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6" name="Content Placeholder 4"/>
          <p:cNvSpPr>
            <a:spLocks noGrp="1"/>
          </p:cNvSpPr>
          <p:nvPr userDrawn="1">
            <p:ph sz="quarter" idx="4"/>
          </p:nvPr>
        </p:nvSpPr>
        <p:spPr>
          <a:xfrm>
            <a:off x="3246120" y="1235074"/>
            <a:ext cx="2651760" cy="4891089"/>
          </a:xfrm>
          <a:ln w="3175">
            <a:solidFill>
              <a:srgbClr val="172430"/>
            </a:solidFill>
          </a:ln>
        </p:spPr>
        <p:txBody>
          <a:bodyPr lIns="91440" tIns="548640" rIns="91440" bIns="9144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5"/>
          <p:cNvSpPr>
            <a:spLocks noGrp="1"/>
          </p:cNvSpPr>
          <p:nvPr userDrawn="1">
            <p:ph type="body" sz="quarter" idx="3" hasCustomPrompt="1"/>
          </p:nvPr>
        </p:nvSpPr>
        <p:spPr>
          <a:xfrm>
            <a:off x="3246120" y="1235074"/>
            <a:ext cx="2651760" cy="369332"/>
          </a:xfrm>
          <a:solidFill>
            <a:schemeClr val="accent1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12" name="Content Placeholder 6">
            <a:extLst>
              <a:ext uri="{FF2B5EF4-FFF2-40B4-BE49-F238E27FC236}">
                <a16:creationId xmlns:a16="http://schemas.microsoft.com/office/drawing/2014/main" id="{853F1D21-3608-5140-B442-7A9F5E456F4C}"/>
              </a:ext>
            </a:extLst>
          </p:cNvPr>
          <p:cNvSpPr>
            <a:spLocks noGrp="1"/>
          </p:cNvSpPr>
          <p:nvPr userDrawn="1">
            <p:ph sz="quarter" idx="12"/>
          </p:nvPr>
        </p:nvSpPr>
        <p:spPr>
          <a:xfrm>
            <a:off x="6172200" y="1235074"/>
            <a:ext cx="2651760" cy="4891089"/>
          </a:xfrm>
          <a:ln w="3175">
            <a:solidFill>
              <a:srgbClr val="172430"/>
            </a:solidFill>
          </a:ln>
        </p:spPr>
        <p:txBody>
          <a:bodyPr lIns="91440" tIns="548640" rIns="91440" bIns="9144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D755AB54-00F7-B449-AF3F-F5E916C8F342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172200" y="1235074"/>
            <a:ext cx="2651760" cy="369332"/>
          </a:xfrm>
          <a:solidFill>
            <a:schemeClr val="accent1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16" name="Footnotes">
            <a:extLst>
              <a:ext uri="{FF2B5EF4-FFF2-40B4-BE49-F238E27FC236}">
                <a16:creationId xmlns:a16="http://schemas.microsoft.com/office/drawing/2014/main" id="{2A4A52FE-A7FE-EA47-ABCE-61876C006C9B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320674" y="6217920"/>
            <a:ext cx="8502649" cy="228638"/>
          </a:xfrm>
        </p:spPr>
        <p:txBody>
          <a:bodyPr anchor="b" anchorCtr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5pPr>
            <a:lvl6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6pPr>
            <a:lvl7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7pPr>
            <a:lvl8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8pPr>
            <a:lvl9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9pPr>
          </a:lstStyle>
          <a:p>
            <a:pPr lvl="0"/>
            <a:r>
              <a:rPr lang="en-US" dirty="0"/>
              <a:t>[Footnotes/references if needed]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AB773748-2822-4155-AFFC-77BAE28CA1A0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3815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872" userDrawn="1">
          <p15:clr>
            <a:srgbClr val="FBAE40"/>
          </p15:clr>
        </p15:guide>
        <p15:guide id="2" pos="2045" userDrawn="1">
          <p15:clr>
            <a:srgbClr val="FBAE40"/>
          </p15:clr>
        </p15:guide>
        <p15:guide id="3" orient="horz" pos="778">
          <p15:clr>
            <a:srgbClr val="FBAE40"/>
          </p15:clr>
        </p15:guide>
        <p15:guide id="6" orient="horz" pos="3859" userDrawn="1">
          <p15:clr>
            <a:srgbClr val="FBAE40"/>
          </p15:clr>
        </p15:guide>
        <p15:guide id="7" pos="202">
          <p15:clr>
            <a:srgbClr val="FBAE40"/>
          </p15:clr>
        </p15:guide>
        <p15:guide id="8" pos="5558">
          <p15:clr>
            <a:srgbClr val="FBAE40"/>
          </p15:clr>
        </p15:guide>
        <p15:guide id="9" orient="horz" pos="202">
          <p15:clr>
            <a:srgbClr val="FBAE40"/>
          </p15:clr>
        </p15:guide>
        <p15:guide id="10" orient="horz" pos="4118">
          <p15:clr>
            <a:srgbClr val="FBAE40"/>
          </p15:clr>
        </p15:guide>
        <p15:guide id="11" pos="3715" userDrawn="1">
          <p15:clr>
            <a:srgbClr val="FBAE40"/>
          </p15:clr>
        </p15:guide>
        <p15:guide id="12" pos="3888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FBD9F-E126-4A6F-ADD7-89B9A71894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20" name="Nexus">
            <a:extLst>
              <a:ext uri="{FF2B5EF4-FFF2-40B4-BE49-F238E27FC236}">
                <a16:creationId xmlns:a16="http://schemas.microsoft.com/office/drawing/2014/main" id="{E2A6AB09-B698-45DF-9778-EF40687622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4" name="Content Placeholder 2"/>
          <p:cNvSpPr>
            <a:spLocks noGrp="1"/>
          </p:cNvSpPr>
          <p:nvPr userDrawn="1">
            <p:ph sz="half" idx="2"/>
          </p:nvPr>
        </p:nvSpPr>
        <p:spPr>
          <a:xfrm>
            <a:off x="320675" y="1235073"/>
            <a:ext cx="4114800" cy="2313432"/>
          </a:xfrm>
          <a:ln w="3175">
            <a:solidFill>
              <a:srgbClr val="172430"/>
            </a:solidFill>
          </a:ln>
        </p:spPr>
        <p:txBody>
          <a:bodyPr lIns="91440" tIns="548640" rIns="91440" bIns="27432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ext Placeholder 3"/>
          <p:cNvSpPr>
            <a:spLocks noGrp="1"/>
          </p:cNvSpPr>
          <p:nvPr userDrawn="1">
            <p:ph type="body" idx="1" hasCustomPrompt="1"/>
          </p:nvPr>
        </p:nvSpPr>
        <p:spPr>
          <a:xfrm>
            <a:off x="320675" y="1235074"/>
            <a:ext cx="4114800" cy="369332"/>
          </a:xfrm>
          <a:solidFill>
            <a:srgbClr val="172430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6" name="Content Placeholder 4"/>
          <p:cNvSpPr>
            <a:spLocks noGrp="1"/>
          </p:cNvSpPr>
          <p:nvPr userDrawn="1">
            <p:ph sz="quarter" idx="4"/>
          </p:nvPr>
        </p:nvSpPr>
        <p:spPr>
          <a:xfrm>
            <a:off x="4708525" y="1235073"/>
            <a:ext cx="4114800" cy="2313432"/>
          </a:xfrm>
          <a:ln w="3175">
            <a:solidFill>
              <a:srgbClr val="172430"/>
            </a:solidFill>
          </a:ln>
        </p:spPr>
        <p:txBody>
          <a:bodyPr lIns="91440" tIns="548640" rIns="91440" bIns="27432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5"/>
          <p:cNvSpPr>
            <a:spLocks noGrp="1"/>
          </p:cNvSpPr>
          <p:nvPr userDrawn="1">
            <p:ph type="body" sz="quarter" idx="3" hasCustomPrompt="1"/>
          </p:nvPr>
        </p:nvSpPr>
        <p:spPr>
          <a:xfrm>
            <a:off x="4708525" y="1235074"/>
            <a:ext cx="4114800" cy="369332"/>
          </a:xfrm>
          <a:solidFill>
            <a:schemeClr val="accent1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12" name="Content Placeholder 6">
            <a:extLst>
              <a:ext uri="{FF2B5EF4-FFF2-40B4-BE49-F238E27FC236}">
                <a16:creationId xmlns:a16="http://schemas.microsoft.com/office/drawing/2014/main" id="{9E1FF32A-E49E-3146-9819-F9875DCE8689}"/>
              </a:ext>
            </a:extLst>
          </p:cNvPr>
          <p:cNvSpPr>
            <a:spLocks noGrp="1"/>
          </p:cNvSpPr>
          <p:nvPr userDrawn="1">
            <p:ph sz="quarter" idx="12"/>
          </p:nvPr>
        </p:nvSpPr>
        <p:spPr>
          <a:xfrm>
            <a:off x="320675" y="3812731"/>
            <a:ext cx="4114800" cy="2313432"/>
          </a:xfrm>
          <a:ln w="3175">
            <a:solidFill>
              <a:srgbClr val="172430"/>
            </a:solidFill>
          </a:ln>
        </p:spPr>
        <p:txBody>
          <a:bodyPr lIns="91440" tIns="548640" rIns="91440" bIns="27432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31ABB531-5D84-0744-85A0-A23FEB229CB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320675" y="3812731"/>
            <a:ext cx="4114800" cy="369332"/>
          </a:xfrm>
          <a:solidFill>
            <a:schemeClr val="accent1"/>
          </a:solidFill>
        </p:spPr>
        <p:txBody>
          <a:bodyPr wrap="square"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16" name="Content Placeholder 8">
            <a:extLst>
              <a:ext uri="{FF2B5EF4-FFF2-40B4-BE49-F238E27FC236}">
                <a16:creationId xmlns:a16="http://schemas.microsoft.com/office/drawing/2014/main" id="{EDCF1356-9E0E-D545-930B-84BF5FC2CB87}"/>
              </a:ext>
            </a:extLst>
          </p:cNvPr>
          <p:cNvSpPr>
            <a:spLocks noGrp="1"/>
          </p:cNvSpPr>
          <p:nvPr userDrawn="1">
            <p:ph sz="quarter" idx="14"/>
          </p:nvPr>
        </p:nvSpPr>
        <p:spPr>
          <a:xfrm>
            <a:off x="4709160" y="3812731"/>
            <a:ext cx="4114800" cy="2313432"/>
          </a:xfrm>
          <a:ln w="3175">
            <a:solidFill>
              <a:srgbClr val="172430"/>
            </a:solidFill>
          </a:ln>
        </p:spPr>
        <p:txBody>
          <a:bodyPr lIns="91440" tIns="548640" rIns="91440" bIns="27432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F1353700-7CC2-AB4A-9829-6013F9611EDB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4709160" y="3812731"/>
            <a:ext cx="4114800" cy="369332"/>
          </a:xfrm>
          <a:solidFill>
            <a:schemeClr val="accent1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18" name="Footnotes">
            <a:extLst>
              <a:ext uri="{FF2B5EF4-FFF2-40B4-BE49-F238E27FC236}">
                <a16:creationId xmlns:a16="http://schemas.microsoft.com/office/drawing/2014/main" id="{4D401919-F5C1-AC41-B76A-F53EA477E452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320674" y="6217920"/>
            <a:ext cx="8502649" cy="228638"/>
          </a:xfrm>
        </p:spPr>
        <p:txBody>
          <a:bodyPr anchor="b" anchorCtr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5pPr>
            <a:lvl6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6pPr>
            <a:lvl7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7pPr>
            <a:lvl8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8pPr>
            <a:lvl9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9pPr>
          </a:lstStyle>
          <a:p>
            <a:pPr lvl="0"/>
            <a:r>
              <a:rPr lang="en-US" dirty="0"/>
              <a:t>[Footnotes/references if needed]</a:t>
            </a: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860C128-5250-405E-A51A-6F0D00018F20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026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794">
          <p15:clr>
            <a:srgbClr val="FBAE40"/>
          </p15:clr>
        </p15:guide>
        <p15:guide id="2" pos="2966">
          <p15:clr>
            <a:srgbClr val="FBAE40"/>
          </p15:clr>
        </p15:guide>
        <p15:guide id="3" orient="horz" pos="778">
          <p15:clr>
            <a:srgbClr val="FBAE40"/>
          </p15:clr>
        </p15:guide>
        <p15:guide id="6" orient="horz" pos="3859" userDrawn="1">
          <p15:clr>
            <a:srgbClr val="FBAE40"/>
          </p15:clr>
        </p15:guide>
        <p15:guide id="7" pos="202">
          <p15:clr>
            <a:srgbClr val="FBAE40"/>
          </p15:clr>
        </p15:guide>
        <p15:guide id="8" pos="5558">
          <p15:clr>
            <a:srgbClr val="FBAE40"/>
          </p15:clr>
        </p15:guide>
        <p15:guide id="9" orient="horz" pos="202">
          <p15:clr>
            <a:srgbClr val="FBAE40"/>
          </p15:clr>
        </p15:guide>
        <p15:guide id="10" orient="horz" pos="4118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Four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FBD9F-E126-4A6F-ADD7-89B9A71894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21" name="Nexus">
            <a:extLst>
              <a:ext uri="{FF2B5EF4-FFF2-40B4-BE49-F238E27FC236}">
                <a16:creationId xmlns:a16="http://schemas.microsoft.com/office/drawing/2014/main" id="{B2F8FA41-92B7-42AC-A025-18FF6A85AD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AD739A8D-8980-8C48-8D0D-7056E2553504}"/>
              </a:ext>
            </a:extLst>
          </p:cNvPr>
          <p:cNvSpPr>
            <a:spLocks noGrp="1"/>
          </p:cNvSpPr>
          <p:nvPr userDrawn="1">
            <p:ph type="body" sz="quarter" idx="16"/>
          </p:nvPr>
        </p:nvSpPr>
        <p:spPr>
          <a:xfrm>
            <a:off x="320675" y="1235076"/>
            <a:ext cx="8502650" cy="6394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2"/>
          <p:cNvSpPr>
            <a:spLocks noGrp="1"/>
          </p:cNvSpPr>
          <p:nvPr userDrawn="1">
            <p:ph sz="half" idx="2"/>
          </p:nvPr>
        </p:nvSpPr>
        <p:spPr>
          <a:xfrm>
            <a:off x="320675" y="1920240"/>
            <a:ext cx="4114800" cy="1965960"/>
          </a:xfrm>
          <a:ln w="3175">
            <a:solidFill>
              <a:srgbClr val="172430"/>
            </a:solidFill>
          </a:ln>
        </p:spPr>
        <p:txBody>
          <a:bodyPr lIns="91440" tIns="548640" rIns="91440" bIns="27432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ext Placeholder 3"/>
          <p:cNvSpPr>
            <a:spLocks noGrp="1"/>
          </p:cNvSpPr>
          <p:nvPr userDrawn="1">
            <p:ph type="body" idx="1" hasCustomPrompt="1"/>
          </p:nvPr>
        </p:nvSpPr>
        <p:spPr>
          <a:xfrm>
            <a:off x="320675" y="1920240"/>
            <a:ext cx="4114800" cy="369332"/>
          </a:xfrm>
          <a:solidFill>
            <a:srgbClr val="172430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6" name="Content Placeholder 4"/>
          <p:cNvSpPr>
            <a:spLocks noGrp="1"/>
          </p:cNvSpPr>
          <p:nvPr userDrawn="1">
            <p:ph sz="quarter" idx="4"/>
          </p:nvPr>
        </p:nvSpPr>
        <p:spPr>
          <a:xfrm>
            <a:off x="4708525" y="1920240"/>
            <a:ext cx="4114800" cy="1965960"/>
          </a:xfrm>
          <a:ln w="3175">
            <a:solidFill>
              <a:srgbClr val="172430"/>
            </a:solidFill>
          </a:ln>
        </p:spPr>
        <p:txBody>
          <a:bodyPr lIns="91440" tIns="548640" rIns="91440" bIns="27432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5"/>
          <p:cNvSpPr>
            <a:spLocks noGrp="1"/>
          </p:cNvSpPr>
          <p:nvPr userDrawn="1">
            <p:ph type="body" sz="quarter" idx="3" hasCustomPrompt="1"/>
          </p:nvPr>
        </p:nvSpPr>
        <p:spPr>
          <a:xfrm>
            <a:off x="4708525" y="1920240"/>
            <a:ext cx="4114800" cy="369332"/>
          </a:xfrm>
          <a:solidFill>
            <a:schemeClr val="accent1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12" name="Content Placeholder 6">
            <a:extLst>
              <a:ext uri="{FF2B5EF4-FFF2-40B4-BE49-F238E27FC236}">
                <a16:creationId xmlns:a16="http://schemas.microsoft.com/office/drawing/2014/main" id="{9E1FF32A-E49E-3146-9819-F9875DCE8689}"/>
              </a:ext>
            </a:extLst>
          </p:cNvPr>
          <p:cNvSpPr>
            <a:spLocks noGrp="1"/>
          </p:cNvSpPr>
          <p:nvPr userDrawn="1">
            <p:ph sz="quarter" idx="12"/>
          </p:nvPr>
        </p:nvSpPr>
        <p:spPr>
          <a:xfrm>
            <a:off x="320675" y="4160203"/>
            <a:ext cx="4114800" cy="1965960"/>
          </a:xfrm>
          <a:ln w="3175">
            <a:solidFill>
              <a:srgbClr val="172430"/>
            </a:solidFill>
          </a:ln>
        </p:spPr>
        <p:txBody>
          <a:bodyPr lIns="91440" tIns="548640" rIns="91440" bIns="27432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31ABB531-5D84-0744-85A0-A23FEB229CB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320675" y="4160203"/>
            <a:ext cx="4114800" cy="369332"/>
          </a:xfrm>
          <a:solidFill>
            <a:schemeClr val="accent1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16" name="Content Placeholder 8">
            <a:extLst>
              <a:ext uri="{FF2B5EF4-FFF2-40B4-BE49-F238E27FC236}">
                <a16:creationId xmlns:a16="http://schemas.microsoft.com/office/drawing/2014/main" id="{EDCF1356-9E0E-D545-930B-84BF5FC2CB87}"/>
              </a:ext>
            </a:extLst>
          </p:cNvPr>
          <p:cNvSpPr>
            <a:spLocks noGrp="1"/>
          </p:cNvSpPr>
          <p:nvPr userDrawn="1">
            <p:ph sz="quarter" idx="14"/>
          </p:nvPr>
        </p:nvSpPr>
        <p:spPr>
          <a:xfrm>
            <a:off x="4709160" y="4160203"/>
            <a:ext cx="4114800" cy="1965960"/>
          </a:xfrm>
          <a:ln w="3175">
            <a:solidFill>
              <a:srgbClr val="172430"/>
            </a:solidFill>
          </a:ln>
        </p:spPr>
        <p:txBody>
          <a:bodyPr lIns="91440" tIns="548640" rIns="91440" bIns="274320"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F1353700-7CC2-AB4A-9829-6013F9611EDB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4709160" y="4160203"/>
            <a:ext cx="4114800" cy="369332"/>
          </a:xfrm>
          <a:solidFill>
            <a:schemeClr val="accent1"/>
          </a:solidFill>
        </p:spPr>
        <p:txBody>
          <a:bodyPr lIns="91440" tIns="91440" rIns="91440" bIns="91440" anchor="t" anchorCtr="0">
            <a:spAutoFit/>
          </a:bodyPr>
          <a:lstStyle>
            <a:lvl1pPr marL="0" indent="0" algn="ctr">
              <a:spcBef>
                <a:spcPts val="0"/>
              </a:spcBef>
              <a:buNone/>
              <a:defRPr sz="1200" b="1" cap="all" baseline="0">
                <a:solidFill>
                  <a:schemeClr val="bg1"/>
                </a:solidFill>
              </a:defRPr>
            </a:lvl1pPr>
            <a:lvl2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buNone/>
              <a:defRPr sz="1200" b="1" cap="all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[BOX TITLE]</a:t>
            </a:r>
          </a:p>
        </p:txBody>
      </p:sp>
      <p:sp>
        <p:nvSpPr>
          <p:cNvPr id="18" name="Footnotes">
            <a:extLst>
              <a:ext uri="{FF2B5EF4-FFF2-40B4-BE49-F238E27FC236}">
                <a16:creationId xmlns:a16="http://schemas.microsoft.com/office/drawing/2014/main" id="{A6B0B1B4-7B78-3F4F-94A1-7A43C7163635}"/>
              </a:ext>
            </a:extLst>
          </p:cNvPr>
          <p:cNvSpPr>
            <a:spLocks noGrp="1"/>
          </p:cNvSpPr>
          <p:nvPr userDrawn="1">
            <p:ph type="body" sz="quarter" idx="17" hasCustomPrompt="1"/>
          </p:nvPr>
        </p:nvSpPr>
        <p:spPr>
          <a:xfrm>
            <a:off x="320674" y="6217920"/>
            <a:ext cx="8502649" cy="228638"/>
          </a:xfrm>
        </p:spPr>
        <p:txBody>
          <a:bodyPr anchor="b" anchorCtr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5pPr>
            <a:lvl6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6pPr>
            <a:lvl7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7pPr>
            <a:lvl8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8pPr>
            <a:lvl9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9pPr>
          </a:lstStyle>
          <a:p>
            <a:pPr lvl="0"/>
            <a:r>
              <a:rPr lang="en-US" dirty="0"/>
              <a:t>[Footnotes/references if needed]</a:t>
            </a: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87D8A579-5625-4D8B-8630-E7B7CC624751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0551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794">
          <p15:clr>
            <a:srgbClr val="FBAE40"/>
          </p15:clr>
        </p15:guide>
        <p15:guide id="2" pos="2966">
          <p15:clr>
            <a:srgbClr val="FBAE40"/>
          </p15:clr>
        </p15:guide>
        <p15:guide id="3" orient="horz" pos="778">
          <p15:clr>
            <a:srgbClr val="FBAE40"/>
          </p15:clr>
        </p15:guide>
        <p15:guide id="6" orient="horz" pos="3859" userDrawn="1">
          <p15:clr>
            <a:srgbClr val="FBAE40"/>
          </p15:clr>
        </p15:guide>
        <p15:guide id="7" pos="202">
          <p15:clr>
            <a:srgbClr val="FBAE40"/>
          </p15:clr>
        </p15:guide>
        <p15:guide id="8" pos="5558">
          <p15:clr>
            <a:srgbClr val="FBAE40"/>
          </p15:clr>
        </p15:guide>
        <p15:guide id="9" orient="horz" pos="202">
          <p15:clr>
            <a:srgbClr val="FBAE40"/>
          </p15:clr>
        </p15:guide>
        <p15:guide id="10" orient="horz" pos="4118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Nexus">
            <a:extLst>
              <a:ext uri="{FF2B5EF4-FFF2-40B4-BE49-F238E27FC236}">
                <a16:creationId xmlns:a16="http://schemas.microsoft.com/office/drawing/2014/main" id="{33431637-C0D1-4B47-84B3-62F7E91E67F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20673" y="1235076"/>
            <a:ext cx="5576889" cy="1417320"/>
          </a:xfrm>
        </p:spPr>
        <p:txBody>
          <a:bodyPr anchor="b" anchorCtr="0"/>
          <a:lstStyle>
            <a:lvl1pPr>
              <a:defRPr sz="2800" spc="-20" baseline="0"/>
            </a:lvl1pPr>
          </a:lstStyle>
          <a:p>
            <a:r>
              <a:rPr lang="en-US" dirty="0"/>
              <a:t>[Section header title]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320675" y="2834640"/>
            <a:ext cx="5576888" cy="3291523"/>
          </a:xfrm>
        </p:spPr>
        <p:txBody>
          <a:bodyPr>
            <a:noAutofit/>
          </a:bodyPr>
          <a:lstStyle>
            <a:lvl1pPr marL="0" indent="0">
              <a:spcBef>
                <a:spcPts val="900"/>
              </a:spcBef>
              <a:buNone/>
              <a:defRPr sz="1800">
                <a:solidFill>
                  <a:schemeClr val="tx1"/>
                </a:solidFill>
              </a:defRPr>
            </a:lvl1pPr>
            <a:lvl2pPr marL="173736" indent="-173736">
              <a:spcBef>
                <a:spcPts val="900"/>
              </a:spcBef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</a:defRPr>
            </a:lvl2pPr>
            <a:lvl3pPr marL="347472" indent="-173736">
              <a:spcBef>
                <a:spcPts val="3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</a:defRPr>
            </a:lvl3pPr>
            <a:lvl4pPr marL="512064" indent="-173736">
              <a:spcBef>
                <a:spcPts val="3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</a:defRPr>
            </a:lvl4pPr>
            <a:lvl5pPr marL="685800" indent="-173736">
              <a:spcBef>
                <a:spcPts val="3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</a:defRPr>
            </a:lvl5pPr>
            <a:lvl6pPr marL="859536" indent="-173736">
              <a:spcBef>
                <a:spcPts val="3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</a:defRPr>
            </a:lvl6pPr>
            <a:lvl7pPr marL="1024128" indent="-173736">
              <a:spcBef>
                <a:spcPts val="3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</a:defRPr>
            </a:lvl7pPr>
            <a:lvl8pPr marL="1197864" indent="-173736">
              <a:spcBef>
                <a:spcPts val="3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</a:defRPr>
            </a:lvl8pPr>
            <a:lvl9pPr marL="1371600" indent="-173736">
              <a:spcBef>
                <a:spcPts val="3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</a:defRPr>
            </a:lvl9pPr>
          </a:lstStyle>
          <a:p>
            <a:pPr lvl="0"/>
            <a:r>
              <a:rPr lang="en-US" dirty="0"/>
              <a:t>[Optional section description]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9" name="Footnotes">
            <a:extLst>
              <a:ext uri="{FF2B5EF4-FFF2-40B4-BE49-F238E27FC236}">
                <a16:creationId xmlns:a16="http://schemas.microsoft.com/office/drawing/2014/main" id="{4EC069BD-982E-8945-A8C0-52411391DEA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0674" y="6217920"/>
            <a:ext cx="5576889" cy="228638"/>
          </a:xfrm>
        </p:spPr>
        <p:txBody>
          <a:bodyPr anchor="b" anchorCtr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5pPr>
            <a:lvl6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6pPr>
            <a:lvl7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7pPr>
            <a:lvl8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8pPr>
            <a:lvl9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9pPr>
          </a:lstStyle>
          <a:p>
            <a:pPr lvl="0"/>
            <a:r>
              <a:rPr lang="en-US" dirty="0"/>
              <a:t>[Footnotes/references if needed]</a:t>
            </a:r>
          </a:p>
        </p:txBody>
      </p:sp>
    </p:spTree>
    <p:extLst>
      <p:ext uri="{BB962C8B-B14F-4D97-AF65-F5344CB8AC3E}">
        <p14:creationId xmlns:p14="http://schemas.microsoft.com/office/powerpoint/2010/main" val="16706144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02" userDrawn="1">
          <p15:clr>
            <a:srgbClr val="FBAE40"/>
          </p15:clr>
        </p15:guide>
        <p15:guide id="3" orient="horz" pos="3859" userDrawn="1">
          <p15:clr>
            <a:srgbClr val="FBAE40"/>
          </p15:clr>
        </p15:guide>
        <p15:guide id="4" pos="3715" userDrawn="1">
          <p15:clr>
            <a:srgbClr val="FBAE40"/>
          </p15:clr>
        </p15:guide>
        <p15:guide id="5" orient="horz" pos="778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12" name="Nexus">
            <a:extLst>
              <a:ext uri="{FF2B5EF4-FFF2-40B4-BE49-F238E27FC236}">
                <a16:creationId xmlns:a16="http://schemas.microsoft.com/office/drawing/2014/main" id="{A3770E65-52D4-46F5-A7CB-653372C5EA3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DF014C0-274A-4558-91F9-5947215EAE2C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8783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8" userDrawn="1">
          <p15:clr>
            <a:srgbClr val="FBAE40"/>
          </p15:clr>
        </p15:guide>
        <p15:guide id="3" orient="horz" pos="3859" userDrawn="1">
          <p15:clr>
            <a:srgbClr val="FBAE40"/>
          </p15:clr>
        </p15:guide>
        <p15:guide id="4" pos="202" userDrawn="1">
          <p15:clr>
            <a:srgbClr val="FBAE40"/>
          </p15:clr>
        </p15:guide>
        <p15:guide id="5" pos="5558" userDrawn="1">
          <p15:clr>
            <a:srgbClr val="FBAE40"/>
          </p15:clr>
        </p15:guide>
        <p15:guide id="6" orient="horz" pos="202" userDrawn="1">
          <p15:clr>
            <a:srgbClr val="FBAE40"/>
          </p15:clr>
        </p15:guide>
        <p15:guide id="7" orient="horz" pos="4118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TRiskBurndown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E44C453-DAED-461F-9FB0-2D70652621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675" y="288612"/>
            <a:ext cx="7085965" cy="64008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4" name="Nexus">
            <a:extLst>
              <a:ext uri="{FF2B5EF4-FFF2-40B4-BE49-F238E27FC236}">
                <a16:creationId xmlns:a16="http://schemas.microsoft.com/office/drawing/2014/main" id="{5648543B-1A17-4D76-8439-EF59C57CA88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D0F5D4D5-F860-4216-8090-FB76B862BE39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CA069EA-5DCE-4C00-AED0-6BE648112CF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20674" y="1026543"/>
            <a:ext cx="8491728" cy="349753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4913B8C-42B4-4215-BF29-EADFF059B0B4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20674" y="4571991"/>
            <a:ext cx="8491729" cy="108692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8331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OneNamedR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1247035-506A-4589-8EDF-D98B0FF397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675" y="288612"/>
            <a:ext cx="7085965" cy="64008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4" name="Nexus">
            <a:extLst>
              <a:ext uri="{FF2B5EF4-FFF2-40B4-BE49-F238E27FC236}">
                <a16:creationId xmlns:a16="http://schemas.microsoft.com/office/drawing/2014/main" id="{9D15F3E0-3B15-4AD5-A1F8-EB2521B0FE2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9BAF8B9-D1F8-4CF3-815F-9D87C0C645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676" y="1078302"/>
            <a:ext cx="8491728" cy="5365629"/>
          </a:xfrm>
        </p:spPr>
        <p:txBody>
          <a:bodyPr numCol="2">
            <a:normAutofit/>
          </a:bodyPr>
          <a:lstStyle>
            <a:lvl1pPr marL="0" indent="0">
              <a:spcBef>
                <a:spcPts val="1200"/>
              </a:spcBef>
              <a:buFontTx/>
              <a:buNone/>
              <a:tabLst>
                <a:tab pos="4113213" algn="r"/>
              </a:tabLst>
              <a:defRPr sz="1600" b="1"/>
            </a:lvl1pPr>
            <a:lvl2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2pPr>
            <a:lvl3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3pPr>
            <a:lvl4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4pPr>
            <a:lvl5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5pPr>
            <a:lvl6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6pPr>
            <a:lvl7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7pPr>
            <a:lvl8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8pPr>
            <a:lvl9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5F21BC5-B2AC-41D5-96B2-68BA6360003F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92968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TRiskAssess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C2351D15-64CC-0A43-7E54-D1052D9094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675" y="288612"/>
            <a:ext cx="7085965" cy="64008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4" name="Nexus">
            <a:extLst>
              <a:ext uri="{FF2B5EF4-FFF2-40B4-BE49-F238E27FC236}">
                <a16:creationId xmlns:a16="http://schemas.microsoft.com/office/drawing/2014/main" id="{53C86BA0-8960-3FAD-19A2-D68DD9CF44D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5E62AE9-D1B1-C5DB-AC8E-0C0CF157C1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676" y="1078303"/>
            <a:ext cx="8491728" cy="4295954"/>
          </a:xfrm>
        </p:spPr>
        <p:txBody>
          <a:bodyPr numCol="2">
            <a:normAutofit/>
          </a:bodyPr>
          <a:lstStyle>
            <a:lvl1pPr marL="0" indent="0">
              <a:spcBef>
                <a:spcPts val="1200"/>
              </a:spcBef>
              <a:buFontTx/>
              <a:buNone/>
              <a:tabLst>
                <a:tab pos="4113213" algn="r"/>
              </a:tabLst>
              <a:defRPr sz="1600" b="1"/>
            </a:lvl1pPr>
            <a:lvl2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2pPr>
            <a:lvl3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3pPr>
            <a:lvl4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4pPr>
            <a:lvl5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5pPr>
            <a:lvl6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6pPr>
            <a:lvl7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7pPr>
            <a:lvl8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8pPr>
            <a:lvl9pPr marL="0" indent="0">
              <a:spcBef>
                <a:spcPts val="300"/>
              </a:spcBef>
              <a:buFontTx/>
              <a:buNone/>
              <a:tabLst>
                <a:tab pos="4113213" algn="r"/>
              </a:tabLst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2E2D647D-D7D0-3C69-E5AE-53AF3155D955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8474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notes">
            <a:extLst>
              <a:ext uri="{FF2B5EF4-FFF2-40B4-BE49-F238E27FC236}">
                <a16:creationId xmlns:a16="http://schemas.microsoft.com/office/drawing/2014/main" id="{B7090F6C-19A1-D04B-8FB2-ACE685A2D3B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0674" y="6217920"/>
            <a:ext cx="8502649" cy="228638"/>
          </a:xfrm>
        </p:spPr>
        <p:txBody>
          <a:bodyPr anchor="b" anchorCtr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3pPr>
            <a:lvl4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5pPr>
            <a:lvl6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6pPr>
            <a:lvl7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7pPr>
            <a:lvl8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8pPr>
            <a:lvl9pPr marL="0" indent="0">
              <a:spcBef>
                <a:spcPts val="0"/>
              </a:spcBef>
              <a:buFontTx/>
              <a:buNone/>
              <a:defRPr sz="700">
                <a:solidFill>
                  <a:schemeClr val="bg1">
                    <a:lumMod val="50000"/>
                  </a:schemeClr>
                </a:solidFill>
              </a:defRPr>
            </a:lvl9pPr>
          </a:lstStyle>
          <a:p>
            <a:pPr lvl="0"/>
            <a:r>
              <a:rPr lang="en-US" dirty="0"/>
              <a:t>[Footnotes/references if needed]</a:t>
            </a:r>
          </a:p>
        </p:txBody>
      </p:sp>
    </p:spTree>
    <p:extLst>
      <p:ext uri="{BB962C8B-B14F-4D97-AF65-F5344CB8AC3E}">
        <p14:creationId xmlns:p14="http://schemas.microsoft.com/office/powerpoint/2010/main" val="1031324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8" userDrawn="1">
          <p15:clr>
            <a:srgbClr val="FBAE40"/>
          </p15:clr>
        </p15:guide>
        <p15:guide id="3" orient="horz" pos="3859" userDrawn="1">
          <p15:clr>
            <a:srgbClr val="FBAE40"/>
          </p15:clr>
        </p15:guide>
        <p15:guide id="4" pos="202" userDrawn="1">
          <p15:clr>
            <a:srgbClr val="FBAE40"/>
          </p15:clr>
        </p15:guide>
        <p15:guide id="5" pos="5558" userDrawn="1">
          <p15:clr>
            <a:srgbClr val="FBAE40"/>
          </p15:clr>
        </p15:guide>
        <p15:guide id="6" orient="horz" pos="202" userDrawn="1">
          <p15:clr>
            <a:srgbClr val="FBAE40"/>
          </p15:clr>
        </p15:guide>
        <p15:guide id="7" orient="horz" pos="4118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rrectiveA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45C59AB3-37AE-900E-E0C4-0F426168D7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675" y="288612"/>
            <a:ext cx="7085965" cy="64008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4" name="Nexus">
            <a:extLst>
              <a:ext uri="{FF2B5EF4-FFF2-40B4-BE49-F238E27FC236}">
                <a16:creationId xmlns:a16="http://schemas.microsoft.com/office/drawing/2014/main" id="{EFAB9E0E-EABF-E339-7720-D59DB49D2D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6F04318-092C-E83C-8C99-B21CCD88B3A7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1481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HighLowP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30F0118-F8EA-40F4-A86C-C6EE79A55D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675" y="288612"/>
            <a:ext cx="7085965" cy="64008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4" name="Nexus">
            <a:extLst>
              <a:ext uri="{FF2B5EF4-FFF2-40B4-BE49-F238E27FC236}">
                <a16:creationId xmlns:a16="http://schemas.microsoft.com/office/drawing/2014/main" id="{1147082E-9E8C-4F13-B8E2-E8C2B5FAAA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F36D8BB6-7060-49E9-B1BF-A76B82A1B9E5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C4BA866-0C74-46A1-B846-EA4386AA3E9A}"/>
              </a:ext>
            </a:extLst>
          </p:cNvPr>
          <p:cNvGrpSpPr/>
          <p:nvPr userDrawn="1"/>
        </p:nvGrpSpPr>
        <p:grpSpPr>
          <a:xfrm>
            <a:off x="362506" y="1029489"/>
            <a:ext cx="8452308" cy="339492"/>
            <a:chOff x="282967" y="1029487"/>
            <a:chExt cx="11548872" cy="339492"/>
          </a:xfrm>
        </p:grpSpPr>
        <p:sp>
          <p:nvSpPr>
            <p:cNvPr id="7" name="Freeform 19">
              <a:extLst>
                <a:ext uri="{FF2B5EF4-FFF2-40B4-BE49-F238E27FC236}">
                  <a16:creationId xmlns:a16="http://schemas.microsoft.com/office/drawing/2014/main" id="{C7791FDA-E291-42D6-959C-7AA87083F7A7}"/>
                </a:ext>
              </a:extLst>
            </p:cNvPr>
            <p:cNvSpPr/>
            <p:nvPr/>
          </p:nvSpPr>
          <p:spPr bwMode="auto">
            <a:xfrm flipH="1" flipV="1">
              <a:off x="282967" y="1029487"/>
              <a:ext cx="11548872" cy="338554"/>
            </a:xfrm>
            <a:custGeom>
              <a:avLst/>
              <a:gdLst>
                <a:gd name="connsiteX0" fmla="*/ 0 w 8380675"/>
                <a:gd name="connsiteY0" fmla="*/ 0 h 1264257"/>
                <a:gd name="connsiteX1" fmla="*/ 8380675 w 8380675"/>
                <a:gd name="connsiteY1" fmla="*/ 0 h 1264257"/>
                <a:gd name="connsiteX2" fmla="*/ 8380675 w 8380675"/>
                <a:gd name="connsiteY2" fmla="*/ 1264257 h 1264257"/>
                <a:gd name="connsiteX3" fmla="*/ 0 w 8380675"/>
                <a:gd name="connsiteY3" fmla="*/ 1264257 h 1264257"/>
                <a:gd name="connsiteX4" fmla="*/ 0 w 8380675"/>
                <a:gd name="connsiteY4" fmla="*/ 0 h 1264257"/>
                <a:gd name="connsiteX0" fmla="*/ 0 w 8380675"/>
                <a:gd name="connsiteY0" fmla="*/ 0 h 1264257"/>
                <a:gd name="connsiteX1" fmla="*/ 7839987 w 8380675"/>
                <a:gd name="connsiteY1" fmla="*/ 7951 h 1264257"/>
                <a:gd name="connsiteX2" fmla="*/ 8380675 w 8380675"/>
                <a:gd name="connsiteY2" fmla="*/ 1264257 h 1264257"/>
                <a:gd name="connsiteX3" fmla="*/ 0 w 8380675"/>
                <a:gd name="connsiteY3" fmla="*/ 1264257 h 1264257"/>
                <a:gd name="connsiteX4" fmla="*/ 0 w 8380675"/>
                <a:gd name="connsiteY4" fmla="*/ 0 h 1264257"/>
                <a:gd name="connsiteX0" fmla="*/ 0 w 8380675"/>
                <a:gd name="connsiteY0" fmla="*/ 0 h 1264257"/>
                <a:gd name="connsiteX1" fmla="*/ 7863841 w 8380675"/>
                <a:gd name="connsiteY1" fmla="*/ 7951 h 1264257"/>
                <a:gd name="connsiteX2" fmla="*/ 8380675 w 8380675"/>
                <a:gd name="connsiteY2" fmla="*/ 1264257 h 1264257"/>
                <a:gd name="connsiteX3" fmla="*/ 0 w 8380675"/>
                <a:gd name="connsiteY3" fmla="*/ 1264257 h 1264257"/>
                <a:gd name="connsiteX4" fmla="*/ 0 w 8380675"/>
                <a:gd name="connsiteY4" fmla="*/ 0 h 1264257"/>
                <a:gd name="connsiteX0" fmla="*/ 0 w 8340919"/>
                <a:gd name="connsiteY0" fmla="*/ 0 h 1264257"/>
                <a:gd name="connsiteX1" fmla="*/ 7863841 w 8340919"/>
                <a:gd name="connsiteY1" fmla="*/ 7951 h 1264257"/>
                <a:gd name="connsiteX2" fmla="*/ 8340919 w 8340919"/>
                <a:gd name="connsiteY2" fmla="*/ 1264257 h 1264257"/>
                <a:gd name="connsiteX3" fmla="*/ 0 w 8340919"/>
                <a:gd name="connsiteY3" fmla="*/ 1264257 h 1264257"/>
                <a:gd name="connsiteX4" fmla="*/ 0 w 8340919"/>
                <a:gd name="connsiteY4" fmla="*/ 0 h 1264257"/>
                <a:gd name="connsiteX0" fmla="*/ 0 w 8415893"/>
                <a:gd name="connsiteY0" fmla="*/ 0 h 1264257"/>
                <a:gd name="connsiteX1" fmla="*/ 7863841 w 8415893"/>
                <a:gd name="connsiteY1" fmla="*/ 7951 h 1264257"/>
                <a:gd name="connsiteX2" fmla="*/ 8415893 w 8415893"/>
                <a:gd name="connsiteY2" fmla="*/ 1256732 h 1264257"/>
                <a:gd name="connsiteX3" fmla="*/ 0 w 8415893"/>
                <a:gd name="connsiteY3" fmla="*/ 1264257 h 1264257"/>
                <a:gd name="connsiteX4" fmla="*/ 0 w 8415893"/>
                <a:gd name="connsiteY4" fmla="*/ 0 h 1264257"/>
                <a:gd name="connsiteX0" fmla="*/ 0 w 8415893"/>
                <a:gd name="connsiteY0" fmla="*/ 0 h 1264257"/>
                <a:gd name="connsiteX1" fmla="*/ 8256162 w 8415893"/>
                <a:gd name="connsiteY1" fmla="*/ 82214 h 1264257"/>
                <a:gd name="connsiteX2" fmla="*/ 8415893 w 8415893"/>
                <a:gd name="connsiteY2" fmla="*/ 1256732 h 1264257"/>
                <a:gd name="connsiteX3" fmla="*/ 0 w 8415893"/>
                <a:gd name="connsiteY3" fmla="*/ 1264257 h 1264257"/>
                <a:gd name="connsiteX4" fmla="*/ 0 w 8415893"/>
                <a:gd name="connsiteY4" fmla="*/ 0 h 1264257"/>
                <a:gd name="connsiteX0" fmla="*/ 0 w 8415893"/>
                <a:gd name="connsiteY0" fmla="*/ 29178 h 1293435"/>
                <a:gd name="connsiteX1" fmla="*/ 8256163 w 8415893"/>
                <a:gd name="connsiteY1" fmla="*/ 0 h 1293435"/>
                <a:gd name="connsiteX2" fmla="*/ 8415893 w 8415893"/>
                <a:gd name="connsiteY2" fmla="*/ 1285910 h 1293435"/>
                <a:gd name="connsiteX3" fmla="*/ 0 w 8415893"/>
                <a:gd name="connsiteY3" fmla="*/ 1293435 h 1293435"/>
                <a:gd name="connsiteX4" fmla="*/ 0 w 8415893"/>
                <a:gd name="connsiteY4" fmla="*/ 29178 h 1293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15893" h="1293435">
                  <a:moveTo>
                    <a:pt x="0" y="29178"/>
                  </a:moveTo>
                  <a:lnTo>
                    <a:pt x="8256163" y="0"/>
                  </a:lnTo>
                  <a:lnTo>
                    <a:pt x="8415893" y="1285910"/>
                  </a:lnTo>
                  <a:lnTo>
                    <a:pt x="0" y="1293435"/>
                  </a:lnTo>
                  <a:lnTo>
                    <a:pt x="0" y="2917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283030"/>
                </a:gs>
                <a:gs pos="50000">
                  <a:srgbClr val="737373"/>
                </a:gs>
                <a:gs pos="100000">
                  <a:srgbClr val="EDEDED"/>
                </a:gs>
              </a:gsLst>
              <a:lin ang="11400000" scaled="0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spcCol="301752" rtlCol="0" anchor="t" anchorCtr="0" compatLnSpc="1">
              <a:prstTxWarp prst="textNoShape">
                <a:avLst/>
              </a:prstTxWarp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600" b="1" cap="all">
                <a:solidFill>
                  <a:srgbClr val="FFFFFF"/>
                </a:solidFill>
                <a:latin typeface="Arial"/>
                <a:cs typeface="Arial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FAFEAB1-5BBF-447C-A5CB-E433CA1EAE7F}"/>
                </a:ext>
              </a:extLst>
            </p:cNvPr>
            <p:cNvSpPr txBox="1"/>
            <p:nvPr/>
          </p:nvSpPr>
          <p:spPr>
            <a:xfrm>
              <a:off x="529553" y="1030424"/>
              <a:ext cx="5202905" cy="3385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en-US" sz="1600" b="1" dirty="0">
                  <a:solidFill>
                    <a:prstClr val="white"/>
                  </a:solidFill>
                  <a:latin typeface="Arial"/>
                  <a:cs typeface="Arial" charset="0"/>
                </a:rPr>
                <a:t>Highlights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1FB5D05D-CA90-47E9-9AC7-E05FD4F0631D}"/>
              </a:ext>
            </a:extLst>
          </p:cNvPr>
          <p:cNvGrpSpPr/>
          <p:nvPr userDrawn="1"/>
        </p:nvGrpSpPr>
        <p:grpSpPr>
          <a:xfrm>
            <a:off x="362506" y="2861080"/>
            <a:ext cx="8452308" cy="347109"/>
            <a:chOff x="230431" y="2645432"/>
            <a:chExt cx="11547332" cy="347109"/>
          </a:xfrm>
        </p:grpSpPr>
        <p:sp>
          <p:nvSpPr>
            <p:cNvPr id="10" name="Freeform 19">
              <a:extLst>
                <a:ext uri="{FF2B5EF4-FFF2-40B4-BE49-F238E27FC236}">
                  <a16:creationId xmlns:a16="http://schemas.microsoft.com/office/drawing/2014/main" id="{4B7E6B91-C9D1-4D1A-A432-2901BD83D1D8}"/>
                </a:ext>
              </a:extLst>
            </p:cNvPr>
            <p:cNvSpPr/>
            <p:nvPr/>
          </p:nvSpPr>
          <p:spPr bwMode="auto">
            <a:xfrm flipH="1" flipV="1">
              <a:off x="230431" y="2654213"/>
              <a:ext cx="11547332" cy="338328"/>
            </a:xfrm>
            <a:custGeom>
              <a:avLst/>
              <a:gdLst>
                <a:gd name="connsiteX0" fmla="*/ 0 w 8380675"/>
                <a:gd name="connsiteY0" fmla="*/ 0 h 1264257"/>
                <a:gd name="connsiteX1" fmla="*/ 8380675 w 8380675"/>
                <a:gd name="connsiteY1" fmla="*/ 0 h 1264257"/>
                <a:gd name="connsiteX2" fmla="*/ 8380675 w 8380675"/>
                <a:gd name="connsiteY2" fmla="*/ 1264257 h 1264257"/>
                <a:gd name="connsiteX3" fmla="*/ 0 w 8380675"/>
                <a:gd name="connsiteY3" fmla="*/ 1264257 h 1264257"/>
                <a:gd name="connsiteX4" fmla="*/ 0 w 8380675"/>
                <a:gd name="connsiteY4" fmla="*/ 0 h 1264257"/>
                <a:gd name="connsiteX0" fmla="*/ 0 w 8380675"/>
                <a:gd name="connsiteY0" fmla="*/ 0 h 1264257"/>
                <a:gd name="connsiteX1" fmla="*/ 7839987 w 8380675"/>
                <a:gd name="connsiteY1" fmla="*/ 7951 h 1264257"/>
                <a:gd name="connsiteX2" fmla="*/ 8380675 w 8380675"/>
                <a:gd name="connsiteY2" fmla="*/ 1264257 h 1264257"/>
                <a:gd name="connsiteX3" fmla="*/ 0 w 8380675"/>
                <a:gd name="connsiteY3" fmla="*/ 1264257 h 1264257"/>
                <a:gd name="connsiteX4" fmla="*/ 0 w 8380675"/>
                <a:gd name="connsiteY4" fmla="*/ 0 h 1264257"/>
                <a:gd name="connsiteX0" fmla="*/ 0 w 8380675"/>
                <a:gd name="connsiteY0" fmla="*/ 0 h 1264257"/>
                <a:gd name="connsiteX1" fmla="*/ 7863841 w 8380675"/>
                <a:gd name="connsiteY1" fmla="*/ 7951 h 1264257"/>
                <a:gd name="connsiteX2" fmla="*/ 8380675 w 8380675"/>
                <a:gd name="connsiteY2" fmla="*/ 1264257 h 1264257"/>
                <a:gd name="connsiteX3" fmla="*/ 0 w 8380675"/>
                <a:gd name="connsiteY3" fmla="*/ 1264257 h 1264257"/>
                <a:gd name="connsiteX4" fmla="*/ 0 w 8380675"/>
                <a:gd name="connsiteY4" fmla="*/ 0 h 1264257"/>
                <a:gd name="connsiteX0" fmla="*/ 0 w 8340919"/>
                <a:gd name="connsiteY0" fmla="*/ 0 h 1264257"/>
                <a:gd name="connsiteX1" fmla="*/ 7863841 w 8340919"/>
                <a:gd name="connsiteY1" fmla="*/ 7951 h 1264257"/>
                <a:gd name="connsiteX2" fmla="*/ 8340919 w 8340919"/>
                <a:gd name="connsiteY2" fmla="*/ 1264257 h 1264257"/>
                <a:gd name="connsiteX3" fmla="*/ 0 w 8340919"/>
                <a:gd name="connsiteY3" fmla="*/ 1264257 h 1264257"/>
                <a:gd name="connsiteX4" fmla="*/ 0 w 8340919"/>
                <a:gd name="connsiteY4" fmla="*/ 0 h 1264257"/>
                <a:gd name="connsiteX0" fmla="*/ 0 w 8415893"/>
                <a:gd name="connsiteY0" fmla="*/ 0 h 1264257"/>
                <a:gd name="connsiteX1" fmla="*/ 7863841 w 8415893"/>
                <a:gd name="connsiteY1" fmla="*/ 7951 h 1264257"/>
                <a:gd name="connsiteX2" fmla="*/ 8415893 w 8415893"/>
                <a:gd name="connsiteY2" fmla="*/ 1256732 h 1264257"/>
                <a:gd name="connsiteX3" fmla="*/ 0 w 8415893"/>
                <a:gd name="connsiteY3" fmla="*/ 1264257 h 1264257"/>
                <a:gd name="connsiteX4" fmla="*/ 0 w 8415893"/>
                <a:gd name="connsiteY4" fmla="*/ 0 h 1264257"/>
                <a:gd name="connsiteX0" fmla="*/ 0 w 8415893"/>
                <a:gd name="connsiteY0" fmla="*/ 0 h 1264257"/>
                <a:gd name="connsiteX1" fmla="*/ 8256162 w 8415893"/>
                <a:gd name="connsiteY1" fmla="*/ 82214 h 1264257"/>
                <a:gd name="connsiteX2" fmla="*/ 8415893 w 8415893"/>
                <a:gd name="connsiteY2" fmla="*/ 1256732 h 1264257"/>
                <a:gd name="connsiteX3" fmla="*/ 0 w 8415893"/>
                <a:gd name="connsiteY3" fmla="*/ 1264257 h 1264257"/>
                <a:gd name="connsiteX4" fmla="*/ 0 w 8415893"/>
                <a:gd name="connsiteY4" fmla="*/ 0 h 1264257"/>
                <a:gd name="connsiteX0" fmla="*/ 0 w 8415893"/>
                <a:gd name="connsiteY0" fmla="*/ 29178 h 1293435"/>
                <a:gd name="connsiteX1" fmla="*/ 8256163 w 8415893"/>
                <a:gd name="connsiteY1" fmla="*/ 0 h 1293435"/>
                <a:gd name="connsiteX2" fmla="*/ 8415893 w 8415893"/>
                <a:gd name="connsiteY2" fmla="*/ 1285910 h 1293435"/>
                <a:gd name="connsiteX3" fmla="*/ 0 w 8415893"/>
                <a:gd name="connsiteY3" fmla="*/ 1293435 h 1293435"/>
                <a:gd name="connsiteX4" fmla="*/ 0 w 8415893"/>
                <a:gd name="connsiteY4" fmla="*/ 29178 h 1293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15893" h="1293435">
                  <a:moveTo>
                    <a:pt x="0" y="29178"/>
                  </a:moveTo>
                  <a:lnTo>
                    <a:pt x="8256163" y="0"/>
                  </a:lnTo>
                  <a:lnTo>
                    <a:pt x="8415893" y="1285910"/>
                  </a:lnTo>
                  <a:lnTo>
                    <a:pt x="0" y="1293435"/>
                  </a:lnTo>
                  <a:lnTo>
                    <a:pt x="0" y="2917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283030"/>
                </a:gs>
                <a:gs pos="50000">
                  <a:srgbClr val="737373"/>
                </a:gs>
                <a:gs pos="100000">
                  <a:srgbClr val="EDEDED"/>
                </a:gs>
              </a:gsLst>
              <a:lin ang="11400000" scaled="0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spcCol="301752" rtlCol="0" anchor="t" anchorCtr="0" compatLnSpc="1">
              <a:prstTxWarp prst="textNoShape">
                <a:avLst/>
              </a:prstTxWarp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600" b="1" cap="all" dirty="0">
                <a:solidFill>
                  <a:srgbClr val="FFFFFF"/>
                </a:solidFill>
                <a:latin typeface="Arial"/>
                <a:cs typeface="Arial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2A67268-BFD3-4131-9D59-EA53894C2D96}"/>
                </a:ext>
              </a:extLst>
            </p:cNvPr>
            <p:cNvSpPr txBox="1"/>
            <p:nvPr/>
          </p:nvSpPr>
          <p:spPr>
            <a:xfrm>
              <a:off x="505740" y="2645432"/>
              <a:ext cx="5378800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en-US" sz="1600" b="1" dirty="0">
                  <a:solidFill>
                    <a:prstClr val="white"/>
                  </a:solidFill>
                  <a:latin typeface="Arial"/>
                  <a:cs typeface="Arial" charset="0"/>
                </a:rPr>
                <a:t>Lowlights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634D865-01A9-4152-B7A0-401B9F111D7C}"/>
              </a:ext>
            </a:extLst>
          </p:cNvPr>
          <p:cNvGrpSpPr/>
          <p:nvPr userDrawn="1"/>
        </p:nvGrpSpPr>
        <p:grpSpPr>
          <a:xfrm>
            <a:off x="362506" y="4701226"/>
            <a:ext cx="8452308" cy="340441"/>
            <a:chOff x="150053" y="4515691"/>
            <a:chExt cx="11547541" cy="340441"/>
          </a:xfrm>
        </p:grpSpPr>
        <p:sp>
          <p:nvSpPr>
            <p:cNvPr id="13" name="Freeform 19">
              <a:extLst>
                <a:ext uri="{FF2B5EF4-FFF2-40B4-BE49-F238E27FC236}">
                  <a16:creationId xmlns:a16="http://schemas.microsoft.com/office/drawing/2014/main" id="{0CBBC2B0-DCCC-45D8-A2B4-80B728807B52}"/>
                </a:ext>
              </a:extLst>
            </p:cNvPr>
            <p:cNvSpPr/>
            <p:nvPr/>
          </p:nvSpPr>
          <p:spPr bwMode="auto">
            <a:xfrm flipH="1" flipV="1">
              <a:off x="150053" y="4515691"/>
              <a:ext cx="11547541" cy="338554"/>
            </a:xfrm>
            <a:custGeom>
              <a:avLst/>
              <a:gdLst>
                <a:gd name="connsiteX0" fmla="*/ 0 w 8380675"/>
                <a:gd name="connsiteY0" fmla="*/ 0 h 1264257"/>
                <a:gd name="connsiteX1" fmla="*/ 8380675 w 8380675"/>
                <a:gd name="connsiteY1" fmla="*/ 0 h 1264257"/>
                <a:gd name="connsiteX2" fmla="*/ 8380675 w 8380675"/>
                <a:gd name="connsiteY2" fmla="*/ 1264257 h 1264257"/>
                <a:gd name="connsiteX3" fmla="*/ 0 w 8380675"/>
                <a:gd name="connsiteY3" fmla="*/ 1264257 h 1264257"/>
                <a:gd name="connsiteX4" fmla="*/ 0 w 8380675"/>
                <a:gd name="connsiteY4" fmla="*/ 0 h 1264257"/>
                <a:gd name="connsiteX0" fmla="*/ 0 w 8380675"/>
                <a:gd name="connsiteY0" fmla="*/ 0 h 1264257"/>
                <a:gd name="connsiteX1" fmla="*/ 7839987 w 8380675"/>
                <a:gd name="connsiteY1" fmla="*/ 7951 h 1264257"/>
                <a:gd name="connsiteX2" fmla="*/ 8380675 w 8380675"/>
                <a:gd name="connsiteY2" fmla="*/ 1264257 h 1264257"/>
                <a:gd name="connsiteX3" fmla="*/ 0 w 8380675"/>
                <a:gd name="connsiteY3" fmla="*/ 1264257 h 1264257"/>
                <a:gd name="connsiteX4" fmla="*/ 0 w 8380675"/>
                <a:gd name="connsiteY4" fmla="*/ 0 h 1264257"/>
                <a:gd name="connsiteX0" fmla="*/ 0 w 8380675"/>
                <a:gd name="connsiteY0" fmla="*/ 0 h 1264257"/>
                <a:gd name="connsiteX1" fmla="*/ 7863841 w 8380675"/>
                <a:gd name="connsiteY1" fmla="*/ 7951 h 1264257"/>
                <a:gd name="connsiteX2" fmla="*/ 8380675 w 8380675"/>
                <a:gd name="connsiteY2" fmla="*/ 1264257 h 1264257"/>
                <a:gd name="connsiteX3" fmla="*/ 0 w 8380675"/>
                <a:gd name="connsiteY3" fmla="*/ 1264257 h 1264257"/>
                <a:gd name="connsiteX4" fmla="*/ 0 w 8380675"/>
                <a:gd name="connsiteY4" fmla="*/ 0 h 1264257"/>
                <a:gd name="connsiteX0" fmla="*/ 0 w 8340919"/>
                <a:gd name="connsiteY0" fmla="*/ 0 h 1264257"/>
                <a:gd name="connsiteX1" fmla="*/ 7863841 w 8340919"/>
                <a:gd name="connsiteY1" fmla="*/ 7951 h 1264257"/>
                <a:gd name="connsiteX2" fmla="*/ 8340919 w 8340919"/>
                <a:gd name="connsiteY2" fmla="*/ 1264257 h 1264257"/>
                <a:gd name="connsiteX3" fmla="*/ 0 w 8340919"/>
                <a:gd name="connsiteY3" fmla="*/ 1264257 h 1264257"/>
                <a:gd name="connsiteX4" fmla="*/ 0 w 8340919"/>
                <a:gd name="connsiteY4" fmla="*/ 0 h 1264257"/>
                <a:gd name="connsiteX0" fmla="*/ 0 w 8415893"/>
                <a:gd name="connsiteY0" fmla="*/ 0 h 1264257"/>
                <a:gd name="connsiteX1" fmla="*/ 7863841 w 8415893"/>
                <a:gd name="connsiteY1" fmla="*/ 7951 h 1264257"/>
                <a:gd name="connsiteX2" fmla="*/ 8415893 w 8415893"/>
                <a:gd name="connsiteY2" fmla="*/ 1256732 h 1264257"/>
                <a:gd name="connsiteX3" fmla="*/ 0 w 8415893"/>
                <a:gd name="connsiteY3" fmla="*/ 1264257 h 1264257"/>
                <a:gd name="connsiteX4" fmla="*/ 0 w 8415893"/>
                <a:gd name="connsiteY4" fmla="*/ 0 h 1264257"/>
                <a:gd name="connsiteX0" fmla="*/ 0 w 8415893"/>
                <a:gd name="connsiteY0" fmla="*/ 0 h 1264257"/>
                <a:gd name="connsiteX1" fmla="*/ 8256162 w 8415893"/>
                <a:gd name="connsiteY1" fmla="*/ 82214 h 1264257"/>
                <a:gd name="connsiteX2" fmla="*/ 8415893 w 8415893"/>
                <a:gd name="connsiteY2" fmla="*/ 1256732 h 1264257"/>
                <a:gd name="connsiteX3" fmla="*/ 0 w 8415893"/>
                <a:gd name="connsiteY3" fmla="*/ 1264257 h 1264257"/>
                <a:gd name="connsiteX4" fmla="*/ 0 w 8415893"/>
                <a:gd name="connsiteY4" fmla="*/ 0 h 1264257"/>
                <a:gd name="connsiteX0" fmla="*/ 0 w 8415893"/>
                <a:gd name="connsiteY0" fmla="*/ 29178 h 1293435"/>
                <a:gd name="connsiteX1" fmla="*/ 8256163 w 8415893"/>
                <a:gd name="connsiteY1" fmla="*/ 0 h 1293435"/>
                <a:gd name="connsiteX2" fmla="*/ 8415893 w 8415893"/>
                <a:gd name="connsiteY2" fmla="*/ 1285910 h 1293435"/>
                <a:gd name="connsiteX3" fmla="*/ 0 w 8415893"/>
                <a:gd name="connsiteY3" fmla="*/ 1293435 h 1293435"/>
                <a:gd name="connsiteX4" fmla="*/ 0 w 8415893"/>
                <a:gd name="connsiteY4" fmla="*/ 29178 h 1293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15893" h="1293435">
                  <a:moveTo>
                    <a:pt x="0" y="29178"/>
                  </a:moveTo>
                  <a:lnTo>
                    <a:pt x="8256163" y="0"/>
                  </a:lnTo>
                  <a:lnTo>
                    <a:pt x="8415893" y="1285910"/>
                  </a:lnTo>
                  <a:lnTo>
                    <a:pt x="0" y="1293435"/>
                  </a:lnTo>
                  <a:lnTo>
                    <a:pt x="0" y="2917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283030"/>
                </a:gs>
                <a:gs pos="47000">
                  <a:srgbClr val="737373"/>
                </a:gs>
                <a:gs pos="100000">
                  <a:srgbClr val="EDEDED"/>
                </a:gs>
              </a:gsLst>
              <a:lin ang="11400000" scaled="0"/>
              <a:tileRect/>
            </a:gra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spcCol="301752" rtlCol="0" anchor="t" anchorCtr="0" compatLnSpc="1">
              <a:prstTxWarp prst="textNoShape">
                <a:avLst/>
              </a:prstTxWarp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600" b="1" cap="all">
                <a:solidFill>
                  <a:srgbClr val="FFFFFF"/>
                </a:solidFill>
                <a:latin typeface="Arial"/>
                <a:cs typeface="Arial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EEEF499-F527-49BA-93DA-DD60F0CA6F67}"/>
                </a:ext>
              </a:extLst>
            </p:cNvPr>
            <p:cNvSpPr txBox="1"/>
            <p:nvPr/>
          </p:nvSpPr>
          <p:spPr>
            <a:xfrm>
              <a:off x="413077" y="4517578"/>
              <a:ext cx="4272803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en-US" sz="1600" b="1" dirty="0">
                  <a:solidFill>
                    <a:prstClr val="white"/>
                  </a:solidFill>
                  <a:latin typeface="Arial"/>
                  <a:cs typeface="Arial" charset="0"/>
                </a:rPr>
                <a:t>Action Items / Next Steps</a:t>
              </a:r>
            </a:p>
          </p:txBody>
        </p:sp>
      </p:grp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A3505696-07BA-430D-93EF-B902BC918F5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64024" y="3270641"/>
            <a:ext cx="8250789" cy="1366245"/>
          </a:xfrm>
        </p:spPr>
        <p:txBody>
          <a:bodyPr/>
          <a:lstStyle/>
          <a:p>
            <a:pPr lvl="0"/>
            <a:endParaRPr lang="en-US" dirty="0"/>
          </a:p>
        </p:txBody>
      </p:sp>
      <p:sp>
        <p:nvSpPr>
          <p:cNvPr id="19" name="Content Placeholder 17">
            <a:extLst>
              <a:ext uri="{FF2B5EF4-FFF2-40B4-BE49-F238E27FC236}">
                <a16:creationId xmlns:a16="http://schemas.microsoft.com/office/drawing/2014/main" id="{5EA41CD2-7086-44B5-98BB-BB8EC767E808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64024" y="1448713"/>
            <a:ext cx="8250789" cy="1366245"/>
          </a:xfrm>
        </p:spPr>
        <p:txBody>
          <a:bodyPr/>
          <a:lstStyle/>
          <a:p>
            <a:pPr lvl="0"/>
            <a:endParaRPr lang="en-US" dirty="0"/>
          </a:p>
        </p:txBody>
      </p:sp>
      <p:sp>
        <p:nvSpPr>
          <p:cNvPr id="20" name="Content Placeholder 17">
            <a:extLst>
              <a:ext uri="{FF2B5EF4-FFF2-40B4-BE49-F238E27FC236}">
                <a16:creationId xmlns:a16="http://schemas.microsoft.com/office/drawing/2014/main" id="{3A7448BB-9101-41F9-932B-43BC7DE893A2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64024" y="5104120"/>
            <a:ext cx="8250789" cy="1366245"/>
          </a:xfrm>
        </p:spPr>
        <p:txBody>
          <a:bodyPr/>
          <a:lstStyle/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60891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ra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61184771-3CA0-5CBC-3D0F-859D867433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675" y="288612"/>
            <a:ext cx="7085965" cy="64008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[Slide title]</a:t>
            </a:r>
          </a:p>
        </p:txBody>
      </p:sp>
      <p:pic>
        <p:nvPicPr>
          <p:cNvPr id="4" name="Nexus">
            <a:extLst>
              <a:ext uri="{FF2B5EF4-FFF2-40B4-BE49-F238E27FC236}">
                <a16:creationId xmlns:a16="http://schemas.microsoft.com/office/drawing/2014/main" id="{D7987FA8-9D3E-6224-E451-5A41E0D42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8278901" y="288612"/>
            <a:ext cx="640080" cy="640080"/>
          </a:xfrm>
          <a:prstGeom prst="rect">
            <a:avLst/>
          </a:prstGeom>
        </p:spPr>
      </p:pic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5A8AF4D-77F1-A5E3-C96C-B314F77F71A4}"/>
              </a:ext>
            </a:extLst>
          </p:cNvPr>
          <p:cNvSpPr/>
          <p:nvPr userDrawn="1"/>
        </p:nvSpPr>
        <p:spPr>
          <a:xfrm>
            <a:off x="323086" y="829818"/>
            <a:ext cx="8491728" cy="129540"/>
          </a:xfrm>
          <a:custGeom>
            <a:avLst/>
            <a:gdLst>
              <a:gd name="connsiteX0" fmla="*/ 8491728 w 8491728"/>
              <a:gd name="connsiteY0" fmla="*/ 121920 h 128016"/>
              <a:gd name="connsiteX1" fmla="*/ 7888224 w 8491728"/>
              <a:gd name="connsiteY1" fmla="*/ 121920 h 128016"/>
              <a:gd name="connsiteX2" fmla="*/ 7766304 w 8491728"/>
              <a:gd name="connsiteY2" fmla="*/ 0 h 128016"/>
              <a:gd name="connsiteX3" fmla="*/ 7638288 w 8491728"/>
              <a:gd name="connsiteY3" fmla="*/ 128016 h 128016"/>
              <a:gd name="connsiteX4" fmla="*/ 0 w 8491728"/>
              <a:gd name="connsiteY4" fmla="*/ 128016 h 128016"/>
              <a:gd name="connsiteX0" fmla="*/ 8491728 w 8491728"/>
              <a:gd name="connsiteY0" fmla="*/ 12192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  <a:gd name="connsiteX0" fmla="*/ 8491728 w 8491728"/>
              <a:gd name="connsiteY0" fmla="*/ 133350 h 133350"/>
              <a:gd name="connsiteX1" fmla="*/ 7893939 w 8491728"/>
              <a:gd name="connsiteY1" fmla="*/ 129540 h 133350"/>
              <a:gd name="connsiteX2" fmla="*/ 7766304 w 8491728"/>
              <a:gd name="connsiteY2" fmla="*/ 0 h 133350"/>
              <a:gd name="connsiteX3" fmla="*/ 7638288 w 8491728"/>
              <a:gd name="connsiteY3" fmla="*/ 128016 h 133350"/>
              <a:gd name="connsiteX4" fmla="*/ 0 w 8491728"/>
              <a:gd name="connsiteY4" fmla="*/ 128016 h 133350"/>
              <a:gd name="connsiteX0" fmla="*/ 8489823 w 8489823"/>
              <a:gd name="connsiteY0" fmla="*/ 127635 h 129540"/>
              <a:gd name="connsiteX1" fmla="*/ 7893939 w 8489823"/>
              <a:gd name="connsiteY1" fmla="*/ 129540 h 129540"/>
              <a:gd name="connsiteX2" fmla="*/ 7766304 w 8489823"/>
              <a:gd name="connsiteY2" fmla="*/ 0 h 129540"/>
              <a:gd name="connsiteX3" fmla="*/ 7638288 w 8489823"/>
              <a:gd name="connsiteY3" fmla="*/ 128016 h 129540"/>
              <a:gd name="connsiteX4" fmla="*/ 0 w 8489823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31445 h 131445"/>
              <a:gd name="connsiteX1" fmla="*/ 7893939 w 8487918"/>
              <a:gd name="connsiteY1" fmla="*/ 129540 h 131445"/>
              <a:gd name="connsiteX2" fmla="*/ 7766304 w 8487918"/>
              <a:gd name="connsiteY2" fmla="*/ 0 h 131445"/>
              <a:gd name="connsiteX3" fmla="*/ 7638288 w 8487918"/>
              <a:gd name="connsiteY3" fmla="*/ 128016 h 131445"/>
              <a:gd name="connsiteX4" fmla="*/ 0 w 8487918"/>
              <a:gd name="connsiteY4" fmla="*/ 128016 h 131445"/>
              <a:gd name="connsiteX0" fmla="*/ 8487918 w 8487918"/>
              <a:gd name="connsiteY0" fmla="*/ 125730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7918 w 8487918"/>
              <a:gd name="connsiteY0" fmla="*/ 12763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86013 w 8486013"/>
              <a:gd name="connsiteY0" fmla="*/ 127635 h 129540"/>
              <a:gd name="connsiteX1" fmla="*/ 7893939 w 8486013"/>
              <a:gd name="connsiteY1" fmla="*/ 129540 h 129540"/>
              <a:gd name="connsiteX2" fmla="*/ 7766304 w 8486013"/>
              <a:gd name="connsiteY2" fmla="*/ 0 h 129540"/>
              <a:gd name="connsiteX3" fmla="*/ 7638288 w 8486013"/>
              <a:gd name="connsiteY3" fmla="*/ 128016 h 129540"/>
              <a:gd name="connsiteX4" fmla="*/ 0 w 8486013"/>
              <a:gd name="connsiteY4" fmla="*/ 128016 h 129540"/>
              <a:gd name="connsiteX0" fmla="*/ 8493633 w 8493633"/>
              <a:gd name="connsiteY0" fmla="*/ 127635 h 129540"/>
              <a:gd name="connsiteX1" fmla="*/ 7893939 w 8493633"/>
              <a:gd name="connsiteY1" fmla="*/ 129540 h 129540"/>
              <a:gd name="connsiteX2" fmla="*/ 7766304 w 8493633"/>
              <a:gd name="connsiteY2" fmla="*/ 0 h 129540"/>
              <a:gd name="connsiteX3" fmla="*/ 7638288 w 8493633"/>
              <a:gd name="connsiteY3" fmla="*/ 128016 h 129540"/>
              <a:gd name="connsiteX4" fmla="*/ 0 w 8493633"/>
              <a:gd name="connsiteY4" fmla="*/ 128016 h 129540"/>
              <a:gd name="connsiteX0" fmla="*/ 8493633 w 8493633"/>
              <a:gd name="connsiteY0" fmla="*/ 133350 h 133350"/>
              <a:gd name="connsiteX1" fmla="*/ 7893939 w 8493633"/>
              <a:gd name="connsiteY1" fmla="*/ 129540 h 133350"/>
              <a:gd name="connsiteX2" fmla="*/ 7766304 w 8493633"/>
              <a:gd name="connsiteY2" fmla="*/ 0 h 133350"/>
              <a:gd name="connsiteX3" fmla="*/ 7638288 w 8493633"/>
              <a:gd name="connsiteY3" fmla="*/ 128016 h 133350"/>
              <a:gd name="connsiteX4" fmla="*/ 0 w 8493633"/>
              <a:gd name="connsiteY4" fmla="*/ 128016 h 133350"/>
              <a:gd name="connsiteX0" fmla="*/ 8487918 w 8487918"/>
              <a:gd name="connsiteY0" fmla="*/ 93345 h 129540"/>
              <a:gd name="connsiteX1" fmla="*/ 7893939 w 8487918"/>
              <a:gd name="connsiteY1" fmla="*/ 129540 h 129540"/>
              <a:gd name="connsiteX2" fmla="*/ 7766304 w 8487918"/>
              <a:gd name="connsiteY2" fmla="*/ 0 h 129540"/>
              <a:gd name="connsiteX3" fmla="*/ 7638288 w 8487918"/>
              <a:gd name="connsiteY3" fmla="*/ 128016 h 129540"/>
              <a:gd name="connsiteX4" fmla="*/ 0 w 8487918"/>
              <a:gd name="connsiteY4" fmla="*/ 128016 h 129540"/>
              <a:gd name="connsiteX0" fmla="*/ 8491728 w 8491728"/>
              <a:gd name="connsiteY0" fmla="*/ 129540 h 129540"/>
              <a:gd name="connsiteX1" fmla="*/ 7893939 w 8491728"/>
              <a:gd name="connsiteY1" fmla="*/ 129540 h 129540"/>
              <a:gd name="connsiteX2" fmla="*/ 7766304 w 8491728"/>
              <a:gd name="connsiteY2" fmla="*/ 0 h 129540"/>
              <a:gd name="connsiteX3" fmla="*/ 7638288 w 8491728"/>
              <a:gd name="connsiteY3" fmla="*/ 128016 h 129540"/>
              <a:gd name="connsiteX4" fmla="*/ 0 w 8491728"/>
              <a:gd name="connsiteY4" fmla="*/ 128016 h 129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91728" h="129540">
                <a:moveTo>
                  <a:pt x="8491728" y="129540"/>
                </a:moveTo>
                <a:lnTo>
                  <a:pt x="7893939" y="129540"/>
                </a:lnTo>
                <a:lnTo>
                  <a:pt x="7766304" y="0"/>
                </a:lnTo>
                <a:lnTo>
                  <a:pt x="7638288" y="128016"/>
                </a:lnTo>
                <a:lnTo>
                  <a:pt x="0" y="128016"/>
                </a:lnTo>
              </a:path>
            </a:pathLst>
          </a:custGeom>
          <a:noFill/>
          <a:ln w="12700">
            <a:solidFill>
              <a:schemeClr val="tx2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C74F85-CD69-F0FC-D475-07521AF0B7C8}"/>
              </a:ext>
            </a:extLst>
          </p:cNvPr>
          <p:cNvSpPr txBox="1"/>
          <p:nvPr userDrawn="1"/>
        </p:nvSpPr>
        <p:spPr>
          <a:xfrm>
            <a:off x="320675" y="1180406"/>
            <a:ext cx="4151572" cy="246221"/>
          </a:xfrm>
          <a:prstGeom prst="rect">
            <a:avLst/>
          </a:prstGeom>
          <a:solidFill>
            <a:srgbClr val="172430"/>
          </a:solidFill>
          <a:ln w="12700">
            <a:solidFill>
              <a:schemeClr val="accent1"/>
            </a:solidFill>
          </a:ln>
        </p:spPr>
        <p:txBody>
          <a:bodyPr wrap="square" lIns="91440" tIns="0" rIns="0" bIns="0" rtlCol="0">
            <a:sp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600" b="1" dirty="0">
                <a:solidFill>
                  <a:schemeClr val="bg1"/>
                </a:solidFill>
              </a:rPr>
              <a:t>STATUS / COMMENT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E86AD9-2E0F-FE20-0F40-0FDC591E7E8E}"/>
              </a:ext>
            </a:extLst>
          </p:cNvPr>
          <p:cNvSpPr txBox="1"/>
          <p:nvPr userDrawn="1"/>
        </p:nvSpPr>
        <p:spPr>
          <a:xfrm>
            <a:off x="4671754" y="1180406"/>
            <a:ext cx="4151376" cy="246221"/>
          </a:xfrm>
          <a:prstGeom prst="rect">
            <a:avLst/>
          </a:prstGeom>
          <a:solidFill>
            <a:srgbClr val="172430"/>
          </a:solidFill>
          <a:ln w="12700">
            <a:solidFill>
              <a:schemeClr val="accent1"/>
            </a:solidFill>
          </a:ln>
        </p:spPr>
        <p:txBody>
          <a:bodyPr wrap="square" lIns="91440" tIns="0" rIns="0" bIns="0" rtlCol="0">
            <a:sp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600" b="1" dirty="0">
                <a:solidFill>
                  <a:schemeClr val="bg1"/>
                </a:solidFill>
              </a:rPr>
              <a:t>STATUS / COMMENT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B32E7F9-0CE1-4457-7933-ED0946513AFF}"/>
              </a:ext>
            </a:extLst>
          </p:cNvPr>
          <p:cNvSpPr/>
          <p:nvPr userDrawn="1"/>
        </p:nvSpPr>
        <p:spPr>
          <a:xfrm>
            <a:off x="320675" y="1426627"/>
            <a:ext cx="4151376" cy="45720"/>
          </a:xfrm>
          <a:prstGeom prst="rect">
            <a:avLst/>
          </a:prstGeom>
          <a:solidFill>
            <a:srgbClr val="FF000A"/>
          </a:solidFill>
          <a:ln w="19050">
            <a:solidFill>
              <a:schemeClr val="tx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5CF14A2-AB00-D272-DFC7-5AFDB4097990}"/>
              </a:ext>
            </a:extLst>
          </p:cNvPr>
          <p:cNvSpPr/>
          <p:nvPr userDrawn="1"/>
        </p:nvSpPr>
        <p:spPr>
          <a:xfrm>
            <a:off x="4671004" y="1426464"/>
            <a:ext cx="4151376" cy="45720"/>
          </a:xfrm>
          <a:prstGeom prst="rect">
            <a:avLst/>
          </a:prstGeom>
          <a:solidFill>
            <a:srgbClr val="FF000A"/>
          </a:solidFill>
          <a:ln w="19050">
            <a:solidFill>
              <a:schemeClr val="tx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1E0E930-0FAB-9829-5A4D-BED50DC310F3}"/>
              </a:ext>
            </a:extLst>
          </p:cNvPr>
          <p:cNvSpPr/>
          <p:nvPr userDrawn="1"/>
        </p:nvSpPr>
        <p:spPr>
          <a:xfrm>
            <a:off x="320675" y="1473102"/>
            <a:ext cx="1097280" cy="2286000"/>
          </a:xfrm>
          <a:prstGeom prst="rect">
            <a:avLst/>
          </a:prstGeom>
          <a:solidFill>
            <a:srgbClr val="737373"/>
          </a:solidFill>
          <a:ln w="12700">
            <a:solidFill>
              <a:schemeClr val="accent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659B708-7FBD-8166-46C9-4C47D9ADCEF3}"/>
              </a:ext>
            </a:extLst>
          </p:cNvPr>
          <p:cNvSpPr/>
          <p:nvPr userDrawn="1"/>
        </p:nvSpPr>
        <p:spPr>
          <a:xfrm>
            <a:off x="320675" y="3756612"/>
            <a:ext cx="1097280" cy="2286000"/>
          </a:xfrm>
          <a:prstGeom prst="rect">
            <a:avLst/>
          </a:prstGeom>
          <a:solidFill>
            <a:srgbClr val="737373"/>
          </a:solidFill>
          <a:ln w="12700">
            <a:solidFill>
              <a:schemeClr val="accent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20DB1A7-126F-2646-791E-E50948A985DF}"/>
              </a:ext>
            </a:extLst>
          </p:cNvPr>
          <p:cNvSpPr/>
          <p:nvPr userDrawn="1"/>
        </p:nvSpPr>
        <p:spPr>
          <a:xfrm>
            <a:off x="4671004" y="1468852"/>
            <a:ext cx="1097280" cy="1280160"/>
          </a:xfrm>
          <a:prstGeom prst="rect">
            <a:avLst/>
          </a:prstGeom>
          <a:solidFill>
            <a:srgbClr val="737373"/>
          </a:solidFill>
          <a:ln w="12700">
            <a:solidFill>
              <a:schemeClr val="accent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231AC3-F9BF-50E5-69DB-F1272B2490D4}"/>
              </a:ext>
            </a:extLst>
          </p:cNvPr>
          <p:cNvSpPr/>
          <p:nvPr userDrawn="1"/>
        </p:nvSpPr>
        <p:spPr>
          <a:xfrm>
            <a:off x="4671004" y="2749669"/>
            <a:ext cx="1097280" cy="1280160"/>
          </a:xfrm>
          <a:prstGeom prst="rect">
            <a:avLst/>
          </a:prstGeom>
          <a:solidFill>
            <a:srgbClr val="737373"/>
          </a:solidFill>
          <a:ln w="12700">
            <a:solidFill>
              <a:schemeClr val="accent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48A90BD-631D-B7B5-76EB-278FCFAA08EC}"/>
              </a:ext>
            </a:extLst>
          </p:cNvPr>
          <p:cNvSpPr txBox="1"/>
          <p:nvPr userDrawn="1"/>
        </p:nvSpPr>
        <p:spPr>
          <a:xfrm>
            <a:off x="4671754" y="4217323"/>
            <a:ext cx="4151376" cy="246221"/>
          </a:xfrm>
          <a:prstGeom prst="rect">
            <a:avLst/>
          </a:prstGeom>
          <a:solidFill>
            <a:srgbClr val="172430"/>
          </a:solidFill>
          <a:ln w="12700">
            <a:solidFill>
              <a:schemeClr val="accent1"/>
            </a:solidFill>
          </a:ln>
        </p:spPr>
        <p:txBody>
          <a:bodyPr wrap="square" lIns="91440" tIns="0" rIns="0" bIns="0" rtlCol="0">
            <a:sp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600" b="1" dirty="0">
                <a:solidFill>
                  <a:schemeClr val="bg1"/>
                </a:solidFill>
              </a:rPr>
              <a:t>CHANGE MANAGEMENT METRICS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B710D8A-AA5E-46BC-A234-EE163B15B447}"/>
              </a:ext>
            </a:extLst>
          </p:cNvPr>
          <p:cNvSpPr/>
          <p:nvPr userDrawn="1"/>
        </p:nvSpPr>
        <p:spPr>
          <a:xfrm>
            <a:off x="4671004" y="4463381"/>
            <a:ext cx="4151376" cy="45720"/>
          </a:xfrm>
          <a:prstGeom prst="rect">
            <a:avLst/>
          </a:prstGeom>
          <a:solidFill>
            <a:srgbClr val="FF000A"/>
          </a:solidFill>
          <a:ln w="19050">
            <a:solidFill>
              <a:schemeClr val="tx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E2DC3D-DBE2-DA39-DB43-DC9A446608C5}"/>
              </a:ext>
            </a:extLst>
          </p:cNvPr>
          <p:cNvSpPr txBox="1"/>
          <p:nvPr userDrawn="1"/>
        </p:nvSpPr>
        <p:spPr>
          <a:xfrm>
            <a:off x="407324" y="2423891"/>
            <a:ext cx="922712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400" b="1" dirty="0">
                <a:solidFill>
                  <a:schemeClr val="bg1"/>
                </a:solidFill>
              </a:rPr>
              <a:t>Customer Feedback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DEE46E-B298-7F89-F56B-EEE56F2775E7}"/>
              </a:ext>
            </a:extLst>
          </p:cNvPr>
          <p:cNvSpPr txBox="1"/>
          <p:nvPr userDrawn="1"/>
        </p:nvSpPr>
        <p:spPr>
          <a:xfrm>
            <a:off x="407324" y="4611058"/>
            <a:ext cx="922712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400" b="1" dirty="0">
                <a:solidFill>
                  <a:schemeClr val="bg1"/>
                </a:solidFill>
              </a:rPr>
              <a:t>Key Actions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AC104A-2F44-1309-1449-9B8121027318}"/>
              </a:ext>
            </a:extLst>
          </p:cNvPr>
          <p:cNvSpPr txBox="1"/>
          <p:nvPr userDrawn="1"/>
        </p:nvSpPr>
        <p:spPr>
          <a:xfrm>
            <a:off x="4758288" y="1998549"/>
            <a:ext cx="92271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400" b="1" dirty="0">
                <a:solidFill>
                  <a:schemeClr val="bg1"/>
                </a:solidFill>
              </a:rPr>
              <a:t>UCA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9DDD0D2-0F07-3294-958C-6B976BCCEC85}"/>
              </a:ext>
            </a:extLst>
          </p:cNvPr>
          <p:cNvSpPr txBox="1"/>
          <p:nvPr userDrawn="1"/>
        </p:nvSpPr>
        <p:spPr>
          <a:xfrm>
            <a:off x="4758288" y="3275377"/>
            <a:ext cx="92271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400" b="1" dirty="0">
                <a:solidFill>
                  <a:schemeClr val="bg1"/>
                </a:solidFill>
              </a:rPr>
              <a:t>Other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9333ABE-3DC4-8E6B-D67D-FD3D7BDC68F6}"/>
              </a:ext>
            </a:extLst>
          </p:cNvPr>
          <p:cNvSpPr/>
          <p:nvPr userDrawn="1"/>
        </p:nvSpPr>
        <p:spPr>
          <a:xfrm>
            <a:off x="4671004" y="4507890"/>
            <a:ext cx="905256" cy="384048"/>
          </a:xfrm>
          <a:prstGeom prst="rect">
            <a:avLst/>
          </a:prstGeom>
          <a:solidFill>
            <a:srgbClr val="737373"/>
          </a:solidFill>
          <a:ln w="12700">
            <a:solidFill>
              <a:schemeClr val="accent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4EEEF73-D5D4-9075-89F5-E4FFB221487C}"/>
              </a:ext>
            </a:extLst>
          </p:cNvPr>
          <p:cNvSpPr/>
          <p:nvPr userDrawn="1"/>
        </p:nvSpPr>
        <p:spPr>
          <a:xfrm>
            <a:off x="4671004" y="4886403"/>
            <a:ext cx="905256" cy="384048"/>
          </a:xfrm>
          <a:prstGeom prst="rect">
            <a:avLst/>
          </a:prstGeom>
          <a:solidFill>
            <a:srgbClr val="737373"/>
          </a:solidFill>
          <a:ln w="12700">
            <a:solidFill>
              <a:schemeClr val="accent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5D365AE-05D9-28E8-1B77-3AEBA10C8AF7}"/>
              </a:ext>
            </a:extLst>
          </p:cNvPr>
          <p:cNvSpPr/>
          <p:nvPr userDrawn="1"/>
        </p:nvSpPr>
        <p:spPr>
          <a:xfrm>
            <a:off x="4671004" y="5272766"/>
            <a:ext cx="905256" cy="384048"/>
          </a:xfrm>
          <a:prstGeom prst="rect">
            <a:avLst/>
          </a:prstGeom>
          <a:solidFill>
            <a:srgbClr val="737373"/>
          </a:solidFill>
          <a:ln w="12700">
            <a:solidFill>
              <a:schemeClr val="accent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9678A32-990F-5D30-57D1-F1735C93F84C}"/>
              </a:ext>
            </a:extLst>
          </p:cNvPr>
          <p:cNvSpPr/>
          <p:nvPr userDrawn="1"/>
        </p:nvSpPr>
        <p:spPr>
          <a:xfrm>
            <a:off x="4671004" y="5659129"/>
            <a:ext cx="905256" cy="384048"/>
          </a:xfrm>
          <a:prstGeom prst="rect">
            <a:avLst/>
          </a:prstGeom>
          <a:solidFill>
            <a:srgbClr val="737373"/>
          </a:solidFill>
          <a:ln w="12700">
            <a:solidFill>
              <a:schemeClr val="accent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56E50CC-5981-B75B-B133-E841E5676F21}"/>
              </a:ext>
            </a:extLst>
          </p:cNvPr>
          <p:cNvSpPr txBox="1"/>
          <p:nvPr userDrawn="1"/>
        </p:nvSpPr>
        <p:spPr>
          <a:xfrm>
            <a:off x="4688241" y="4603711"/>
            <a:ext cx="89599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200" b="1" dirty="0">
                <a:solidFill>
                  <a:schemeClr val="bg1"/>
                </a:solidFill>
              </a:rPr>
              <a:t>ECP’s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37CCB1C-15E8-E595-7FEE-2D089B195747}"/>
              </a:ext>
            </a:extLst>
          </p:cNvPr>
          <p:cNvSpPr txBox="1"/>
          <p:nvPr userDrawn="1"/>
        </p:nvSpPr>
        <p:spPr>
          <a:xfrm>
            <a:off x="4669834" y="4986548"/>
            <a:ext cx="91439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200" b="1" dirty="0">
                <a:solidFill>
                  <a:schemeClr val="bg1"/>
                </a:solidFill>
              </a:rPr>
              <a:t>Internal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AB5120C-BF28-177C-4E15-BF9FAE2FEF35}"/>
              </a:ext>
            </a:extLst>
          </p:cNvPr>
          <p:cNvSpPr txBox="1"/>
          <p:nvPr userDrawn="1"/>
        </p:nvSpPr>
        <p:spPr>
          <a:xfrm>
            <a:off x="4669833" y="5370279"/>
            <a:ext cx="91440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200" b="1" dirty="0">
                <a:solidFill>
                  <a:schemeClr val="bg1"/>
                </a:solidFill>
              </a:rPr>
              <a:t>External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F781BA9-003B-7055-EDF5-C1EAD56AF71B}"/>
              </a:ext>
            </a:extLst>
          </p:cNvPr>
          <p:cNvSpPr txBox="1"/>
          <p:nvPr userDrawn="1"/>
        </p:nvSpPr>
        <p:spPr>
          <a:xfrm>
            <a:off x="4669833" y="5756324"/>
            <a:ext cx="91440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200" b="1" dirty="0">
                <a:solidFill>
                  <a:schemeClr val="bg1"/>
                </a:solidFill>
              </a:rPr>
              <a:t>Total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B1F3385-1C85-29A3-D345-BE2867AE0E01}"/>
              </a:ext>
            </a:extLst>
          </p:cNvPr>
          <p:cNvSpPr/>
          <p:nvPr userDrawn="1"/>
        </p:nvSpPr>
        <p:spPr>
          <a:xfrm>
            <a:off x="5578748" y="4504011"/>
            <a:ext cx="1078992" cy="384048"/>
          </a:xfrm>
          <a:prstGeom prst="rect">
            <a:avLst/>
          </a:prstGeom>
          <a:solidFill>
            <a:srgbClr val="737373"/>
          </a:solidFill>
          <a:ln w="12700">
            <a:solidFill>
              <a:schemeClr val="accent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D07349B-AD3D-F2C8-ACDC-818D3B96DB8F}"/>
              </a:ext>
            </a:extLst>
          </p:cNvPr>
          <p:cNvSpPr/>
          <p:nvPr userDrawn="1"/>
        </p:nvSpPr>
        <p:spPr>
          <a:xfrm>
            <a:off x="6660648" y="4503573"/>
            <a:ext cx="1078992" cy="384048"/>
          </a:xfrm>
          <a:prstGeom prst="rect">
            <a:avLst/>
          </a:prstGeom>
          <a:solidFill>
            <a:srgbClr val="737373"/>
          </a:solidFill>
          <a:ln w="12700">
            <a:solidFill>
              <a:schemeClr val="accent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92FAB1E-118D-260F-C64D-5970AC495CD4}"/>
              </a:ext>
            </a:extLst>
          </p:cNvPr>
          <p:cNvSpPr/>
          <p:nvPr userDrawn="1"/>
        </p:nvSpPr>
        <p:spPr>
          <a:xfrm>
            <a:off x="7738393" y="4500952"/>
            <a:ext cx="1088136" cy="393192"/>
          </a:xfrm>
          <a:prstGeom prst="rect">
            <a:avLst/>
          </a:prstGeom>
          <a:solidFill>
            <a:srgbClr val="737373"/>
          </a:solidFill>
          <a:ln w="12700">
            <a:solidFill>
              <a:schemeClr val="accent1"/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2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en-US" sz="16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D87ABD2-4A83-3111-865D-4C99CDCBD5EA}"/>
              </a:ext>
            </a:extLst>
          </p:cNvPr>
          <p:cNvSpPr txBox="1"/>
          <p:nvPr userDrawn="1"/>
        </p:nvSpPr>
        <p:spPr>
          <a:xfrm>
            <a:off x="5584233" y="4604486"/>
            <a:ext cx="1078992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200" b="1" dirty="0">
                <a:solidFill>
                  <a:schemeClr val="bg1"/>
                </a:solidFill>
              </a:rPr>
              <a:t>Development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D39120C-FA80-3154-9BCE-5053B81EAF0D}"/>
              </a:ext>
            </a:extLst>
          </p:cNvPr>
          <p:cNvSpPr txBox="1"/>
          <p:nvPr userDrawn="1"/>
        </p:nvSpPr>
        <p:spPr>
          <a:xfrm>
            <a:off x="6659741" y="4608576"/>
            <a:ext cx="1078992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200" b="1" dirty="0">
                <a:solidFill>
                  <a:schemeClr val="bg1"/>
                </a:solidFill>
              </a:rPr>
              <a:t>Proposed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8A01C16-1D85-04E9-45D5-F634D74A9E29}"/>
              </a:ext>
            </a:extLst>
          </p:cNvPr>
          <p:cNvSpPr txBox="1"/>
          <p:nvPr userDrawn="1"/>
        </p:nvSpPr>
        <p:spPr>
          <a:xfrm>
            <a:off x="7743222" y="4611058"/>
            <a:ext cx="1078992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200" b="1" dirty="0">
                <a:solidFill>
                  <a:schemeClr val="bg1"/>
                </a:solidFill>
              </a:rPr>
              <a:t>Awarded</a:t>
            </a:r>
          </a:p>
        </p:txBody>
      </p:sp>
    </p:spTree>
    <p:extLst>
      <p:ext uri="{BB962C8B-B14F-4D97-AF65-F5344CB8AC3E}">
        <p14:creationId xmlns:p14="http://schemas.microsoft.com/office/powerpoint/2010/main" val="18860083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20675" y="288612"/>
            <a:ext cx="7085965" cy="64008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en-US" dirty="0"/>
              <a:t>[Slide title]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675" y="1235073"/>
            <a:ext cx="8502650" cy="4891389"/>
          </a:xfrm>
          <a:prstGeom prst="rect">
            <a:avLst/>
          </a:prstGeom>
        </p:spPr>
        <p:txBody>
          <a:bodyPr vert="horz" lIns="0" tIns="0" rIns="0" bIns="0" spcCol="2743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L3Harris">
            <a:extLst>
              <a:ext uri="{FF2B5EF4-FFF2-40B4-BE49-F238E27FC236}">
                <a16:creationId xmlns:a16="http://schemas.microsoft.com/office/drawing/2014/main" id="{73D42DAF-07B3-4D4E-A81D-6F16AC85723D}"/>
              </a:ext>
            </a:extLst>
          </p:cNvPr>
          <p:cNvSpPr txBox="1">
            <a:spLocks/>
          </p:cNvSpPr>
          <p:nvPr userDrawn="1"/>
        </p:nvSpPr>
        <p:spPr>
          <a:xfrm>
            <a:off x="320675" y="6629400"/>
            <a:ext cx="685165" cy="137160"/>
          </a:xfrm>
          <a:prstGeom prst="rect">
            <a:avLst/>
          </a:prstGeom>
          <a:noFill/>
        </p:spPr>
        <p:txBody>
          <a:bodyPr vert="horz" wrap="none" lIns="0" tIns="0" rIns="0" bIns="0" rtlCol="0" anchor="t" anchorCtr="0"/>
          <a:lstStyle>
            <a:defPPr>
              <a:defRPr lang="en-US"/>
            </a:defPPr>
            <a:lvl1pPr marL="0" algn="ctr" defTabSz="457200" rtl="0" eaLnBrk="1" latinLnBrk="0" hangingPunct="1"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700" b="1" cap="all" baseline="0" dirty="0"/>
              <a:t>L3HARRIS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ACDEEBA9-F5A8-E84E-A2DF-025288C8C67D}"/>
              </a:ext>
            </a:extLst>
          </p:cNvPr>
          <p:cNvCxnSpPr>
            <a:cxnSpLocks/>
          </p:cNvCxnSpPr>
          <p:nvPr userDrawn="1"/>
        </p:nvCxnSpPr>
        <p:spPr>
          <a:xfrm>
            <a:off x="320675" y="6537325"/>
            <a:ext cx="8502650" cy="0"/>
          </a:xfrm>
          <a:prstGeom prst="line">
            <a:avLst/>
          </a:prstGeom>
          <a:ln w="3175" cap="sq">
            <a:solidFill>
              <a:srgbClr val="17243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Rectangle 30">
            <a:extLst>
              <a:ext uri="{FF2B5EF4-FFF2-40B4-BE49-F238E27FC236}">
                <a16:creationId xmlns:a16="http://schemas.microsoft.com/office/drawing/2014/main" id="{0366173C-4EBD-4BFE-9593-41628CFDAD2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610600" y="6542586"/>
            <a:ext cx="304801" cy="266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92075" tIns="46038" rIns="92075" bIns="46038" anchor="ctr"/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  <a:ea typeface="MS PGothic" pitchFamily="34" charset="-128"/>
              </a:defRPr>
            </a:lvl9pPr>
          </a:lstStyle>
          <a:p>
            <a:pPr>
              <a:defRPr/>
            </a:pPr>
            <a:fld id="{5C639030-093B-4E7D-A320-B8A4D3F5EC3B}" type="slidenum">
              <a:rPr lang="en-US" sz="90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Confidential">
            <a:extLst>
              <a:ext uri="{FF2B5EF4-FFF2-40B4-BE49-F238E27FC236}">
                <a16:creationId xmlns:a16="http://schemas.microsoft.com/office/drawing/2014/main" id="{A2A644B4-C4D5-414F-A55C-6DBB7C01E606}"/>
              </a:ext>
            </a:extLst>
          </p:cNvPr>
          <p:cNvSpPr txBox="1">
            <a:spLocks/>
          </p:cNvSpPr>
          <p:nvPr userDrawn="1"/>
        </p:nvSpPr>
        <p:spPr>
          <a:xfrm>
            <a:off x="6170612" y="6632222"/>
            <a:ext cx="2379027" cy="137160"/>
          </a:xfrm>
          <a:prstGeom prst="rect">
            <a:avLst/>
          </a:prstGeom>
        </p:spPr>
        <p:txBody>
          <a:bodyPr vert="horz" wrap="none" lIns="0" tIns="0" rIns="0" bIns="0" rtlCol="0" anchor="t" anchorCtr="0"/>
          <a:lstStyle>
            <a:defPPr>
              <a:defRPr lang="en-US"/>
            </a:defPPr>
            <a:lvl1pPr marL="0" algn="ctr" defTabSz="457200" rtl="0" eaLnBrk="1" latinLnBrk="0" hangingPunct="1"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700" dirty="0"/>
              <a:t>PROPRIETARY INFORMATION</a:t>
            </a:r>
          </a:p>
        </p:txBody>
      </p:sp>
    </p:spTree>
    <p:extLst>
      <p:ext uri="{BB962C8B-B14F-4D97-AF65-F5344CB8AC3E}">
        <p14:creationId xmlns:p14="http://schemas.microsoft.com/office/powerpoint/2010/main" val="4038220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0" r:id="rId2"/>
    <p:sldLayoutId id="2147483674" r:id="rId3"/>
    <p:sldLayoutId id="2147483662" r:id="rId4"/>
    <p:sldLayoutId id="2147483664" r:id="rId5"/>
    <p:sldLayoutId id="2147483668" r:id="rId6"/>
    <p:sldLayoutId id="2147483669" r:id="rId7"/>
    <p:sldLayoutId id="2147483670" r:id="rId8"/>
    <p:sldLayoutId id="2147483665" r:id="rId9"/>
    <p:sldLayoutId id="2147483671" r:id="rId10"/>
    <p:sldLayoutId id="2147483673" r:id="rId11"/>
    <p:sldLayoutId id="2147483676" r:id="rId12"/>
    <p:sldLayoutId id="2147483663" r:id="rId13"/>
    <p:sldLayoutId id="2147483666" r:id="rId14"/>
    <p:sldLayoutId id="2147483691" r:id="rId15"/>
    <p:sldLayoutId id="2147483692" r:id="rId16"/>
    <p:sldLayoutId id="2147483693" r:id="rId17"/>
    <p:sldLayoutId id="2147483667" r:id="rId18"/>
    <p:sldLayoutId id="2147483694" r:id="rId19"/>
    <p:sldLayoutId id="2147483696" r:id="rId20"/>
    <p:sldLayoutId id="2147483697" r:id="rId21"/>
  </p:sldLayoutIdLst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2400" b="1" kern="1200" spc="-2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3736" indent="-173736" algn="l" defTabSz="914400" rtl="0" eaLnBrk="1" latinLnBrk="0" hangingPunct="1">
        <a:lnSpc>
          <a:spcPct val="100000"/>
        </a:lnSpc>
        <a:spcBef>
          <a:spcPts val="9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347472" indent="-173736" algn="l" defTabSz="914400" rtl="0" eaLnBrk="1" latinLnBrk="0" hangingPunct="1">
        <a:lnSpc>
          <a:spcPct val="100000"/>
        </a:lnSpc>
        <a:spcBef>
          <a:spcPts val="3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512064" indent="-173736" algn="l" defTabSz="914400" rtl="0" eaLnBrk="1" latinLnBrk="0" hangingPunct="1">
        <a:lnSpc>
          <a:spcPct val="100000"/>
        </a:lnSpc>
        <a:spcBef>
          <a:spcPts val="3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-173736" algn="l" defTabSz="914400" rtl="0" eaLnBrk="1" latinLnBrk="0" hangingPunct="1">
        <a:lnSpc>
          <a:spcPct val="100000"/>
        </a:lnSpc>
        <a:spcBef>
          <a:spcPts val="3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859536" indent="-173736" algn="l" defTabSz="914400" rtl="0" eaLnBrk="1" latinLnBrk="0" hangingPunct="1">
        <a:lnSpc>
          <a:spcPct val="100000"/>
        </a:lnSpc>
        <a:spcBef>
          <a:spcPts val="3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024128" indent="-173736" algn="l" defTabSz="914400" rtl="0" eaLnBrk="1" latinLnBrk="0" hangingPunct="1">
        <a:lnSpc>
          <a:spcPct val="100000"/>
        </a:lnSpc>
        <a:spcBef>
          <a:spcPts val="3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197864" indent="-173736" algn="l" defTabSz="914400" rtl="0" eaLnBrk="1" latinLnBrk="0" hangingPunct="1">
        <a:lnSpc>
          <a:spcPct val="100000"/>
        </a:lnSpc>
        <a:spcBef>
          <a:spcPts val="3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371600" indent="-173736" algn="l" defTabSz="914400" rtl="0" eaLnBrk="1" latinLnBrk="0" hangingPunct="1">
        <a:lnSpc>
          <a:spcPct val="100000"/>
        </a:lnSpc>
        <a:spcBef>
          <a:spcPts val="3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545336" indent="-173736" algn="l" defTabSz="914400" rtl="0" eaLnBrk="1" latinLnBrk="0" hangingPunct="1">
        <a:lnSpc>
          <a:spcPct val="100000"/>
        </a:lnSpc>
        <a:spcBef>
          <a:spcPts val="300"/>
        </a:spcBef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0.xml"/><Relationship Id="rId1" Type="http://schemas.openxmlformats.org/officeDocument/2006/relationships/tags" Target="../tags/tag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1.xml"/><Relationship Id="rId1" Type="http://schemas.openxmlformats.org/officeDocument/2006/relationships/tags" Target="../tags/tag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9.xml"/><Relationship Id="rId1" Type="http://schemas.openxmlformats.org/officeDocument/2006/relationships/tags" Target="../tags/tag1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2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21C12-C108-1CED-9617-8BD26E58DDC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Program_name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19EB0F-60EA-367F-D46C-F7BF2B422B1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reporting_period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E06F4E-4EBE-09BE-EFD0-0EF14C68DA5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3F9FEB4-A9D6-C37A-0EF4-2CA50DA175C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date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E6BF470-8A02-8CFA-B8D9-A28E41851C6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86836" y="3721719"/>
            <a:ext cx="4135581" cy="184666"/>
          </a:xfrm>
        </p:spPr>
        <p:txBody>
          <a:bodyPr/>
          <a:lstStyle/>
          <a:p>
            <a:r>
              <a:rPr lang="en-US" dirty="0" err="1"/>
              <a:t>program_manager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61974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0ED9E-FC2E-A7C3-2E31-2AEC4573F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Program Summary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735E6F-DAB2-353D-A8B1-506E6D9F8F2B}"/>
              </a:ext>
            </a:extLst>
          </p:cNvPr>
          <p:cNvSpPr txBox="1"/>
          <p:nvPr/>
        </p:nvSpPr>
        <p:spPr>
          <a:xfrm>
            <a:off x="3251200" y="3179761"/>
            <a:ext cx="5626100" cy="152400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202E0C-E1D6-6AF9-A0DF-44E9BE7B4E26}"/>
              </a:ext>
            </a:extLst>
          </p:cNvPr>
          <p:cNvSpPr txBox="1"/>
          <p:nvPr/>
        </p:nvSpPr>
        <p:spPr>
          <a:xfrm>
            <a:off x="3251200" y="3333749"/>
            <a:ext cx="5626100" cy="104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B36D4F-C88B-6E29-1F39-499501E4F1B1}"/>
              </a:ext>
            </a:extLst>
          </p:cNvPr>
          <p:cNvSpPr txBox="1"/>
          <p:nvPr/>
        </p:nvSpPr>
        <p:spPr>
          <a:xfrm>
            <a:off x="3251200" y="4381500"/>
            <a:ext cx="5626100" cy="1500746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A086E3-E087-7079-785B-27D07DB8299C}"/>
              </a:ext>
            </a:extLst>
          </p:cNvPr>
          <p:cNvSpPr txBox="1"/>
          <p:nvPr/>
        </p:nvSpPr>
        <p:spPr>
          <a:xfrm>
            <a:off x="3251200" y="5882246"/>
            <a:ext cx="5626100" cy="292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799340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E0D60D-9ABA-76AB-B6D6-27B8954D4A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Portfolio Summary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3135927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35347-1301-A743-2917-E86F05E36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Portfolio Assessment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304CC2-4811-7A1A-04ED-68AFDF15CF25}"/>
              </a:ext>
            </a:extLst>
          </p:cNvPr>
          <p:cNvSpPr txBox="1"/>
          <p:nvPr/>
        </p:nvSpPr>
        <p:spPr>
          <a:xfrm>
            <a:off x="3239937" y="1841151"/>
            <a:ext cx="5325135" cy="165857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 dirty="0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F5CF83-0BAD-8B9C-A422-C8EAF7DE8C3D}"/>
              </a:ext>
            </a:extLst>
          </p:cNvPr>
          <p:cNvSpPr txBox="1"/>
          <p:nvPr/>
        </p:nvSpPr>
        <p:spPr>
          <a:xfrm>
            <a:off x="3239938" y="2007008"/>
            <a:ext cx="5325134" cy="142199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FCCB49-62CD-FA63-B1A5-4F111F4D88CE}"/>
              </a:ext>
            </a:extLst>
          </p:cNvPr>
          <p:cNvSpPr txBox="1"/>
          <p:nvPr/>
        </p:nvSpPr>
        <p:spPr>
          <a:xfrm>
            <a:off x="3239938" y="3429000"/>
            <a:ext cx="5325134" cy="198424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7019C0-FDE9-C6EF-13C8-23C2687A1658}"/>
              </a:ext>
            </a:extLst>
          </p:cNvPr>
          <p:cNvSpPr txBox="1"/>
          <p:nvPr/>
        </p:nvSpPr>
        <p:spPr>
          <a:xfrm>
            <a:off x="3239937" y="5413248"/>
            <a:ext cx="5325134" cy="40490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98909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77101-5A2B-E21C-69D3-602B189BA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Highlights/Lowlights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A71E52-D2AE-7ED4-B7C1-F4CBBCCAC25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FA286A-B15A-4322-998A-9D51B09413BE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99613C5-C249-DCCE-B115-746B2243D547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416106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67CE5-603F-2D0A-00C6-CFDA10E3F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Contracts Summary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ADAAF47-3302-10E6-62F1-3EB2D75DF0DD}"/>
              </a:ext>
            </a:extLst>
          </p:cNvPr>
          <p:cNvGraphicFramePr>
            <a:graphicFrameLocks noGrp="1"/>
          </p:cNvGraphicFramePr>
          <p:nvPr/>
        </p:nvGraphicFramePr>
        <p:xfrm>
          <a:off x="1422400" y="1473200"/>
          <a:ext cx="3048000" cy="457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176968664"/>
                    </a:ext>
                  </a:extLst>
                </a:gridCol>
              </a:tblGrid>
              <a:tr h="2286000"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474200060"/>
                  </a:ext>
                </a:extLst>
              </a:tr>
              <a:tr h="2286000">
                <a:tc>
                  <a:txBody>
                    <a:bodyPr/>
                    <a:lstStyle/>
                    <a:p>
                      <a:endParaRPr lang="en-US" sz="1200" dirty="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2315168945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6B6090B-FDEC-F77F-8E3B-A8EF07B34D5E}"/>
              </a:ext>
            </a:extLst>
          </p:cNvPr>
          <p:cNvGraphicFramePr>
            <a:graphicFrameLocks noGrp="1"/>
          </p:cNvGraphicFramePr>
          <p:nvPr/>
        </p:nvGraphicFramePr>
        <p:xfrm>
          <a:off x="5778500" y="1473200"/>
          <a:ext cx="3048000" cy="25527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677974024"/>
                    </a:ext>
                  </a:extLst>
                </a:gridCol>
              </a:tblGrid>
              <a:tr h="1276350"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3169481070"/>
                  </a:ext>
                </a:extLst>
              </a:tr>
              <a:tr h="1276350">
                <a:tc>
                  <a:txBody>
                    <a:bodyPr/>
                    <a:lstStyle/>
                    <a:p>
                      <a:endParaRPr lang="en-US" sz="1200" dirty="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149705114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9628C35-8C0F-6877-AAB5-193331BD292E}"/>
              </a:ext>
            </a:extLst>
          </p:cNvPr>
          <p:cNvGraphicFramePr>
            <a:graphicFrameLocks noGrp="1"/>
          </p:cNvGraphicFramePr>
          <p:nvPr/>
        </p:nvGraphicFramePr>
        <p:xfrm>
          <a:off x="5575300" y="4889500"/>
          <a:ext cx="3251199" cy="115569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83733">
                  <a:extLst>
                    <a:ext uri="{9D8B030D-6E8A-4147-A177-3AD203B41FA5}">
                      <a16:colId xmlns:a16="http://schemas.microsoft.com/office/drawing/2014/main" val="4259568939"/>
                    </a:ext>
                  </a:extLst>
                </a:gridCol>
                <a:gridCol w="1083733">
                  <a:extLst>
                    <a:ext uri="{9D8B030D-6E8A-4147-A177-3AD203B41FA5}">
                      <a16:colId xmlns:a16="http://schemas.microsoft.com/office/drawing/2014/main" val="1038532609"/>
                    </a:ext>
                  </a:extLst>
                </a:gridCol>
                <a:gridCol w="1083733">
                  <a:extLst>
                    <a:ext uri="{9D8B030D-6E8A-4147-A177-3AD203B41FA5}">
                      <a16:colId xmlns:a16="http://schemas.microsoft.com/office/drawing/2014/main" val="618389165"/>
                    </a:ext>
                  </a:extLst>
                </a:gridCol>
              </a:tblGrid>
              <a:tr h="385233"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3059533174"/>
                  </a:ext>
                </a:extLst>
              </a:tr>
              <a:tr h="385233"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1055410167"/>
                  </a:ext>
                </a:extLst>
              </a:tr>
              <a:tr h="385233"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 dirty="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94999130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24171572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4F0E9-3F9D-D9DE-A0D7-F41170DD8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Annual Operating Plan (AOP) Summary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D1353F-9E43-9397-9F0A-8D4674BBB450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650439-B32C-28B7-8D96-33F2F6C2BBDE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637238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74F9C-71D1-EE88-2AAB-9646A845B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Financial Summary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9B9091-24D6-BB2F-5797-9E384A831274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39D220-D08A-C6DE-EF8C-744B24232A36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006474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87EA0-C062-96FC-BE24-6B62A08CD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Schedule Metrics and Analysis Reporting Tool (SMART)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DE518F-A325-F642-1AE3-8AE7281BF10D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6AA543-A537-10D8-CE79-E36A24E47F9F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065067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9A23F5-FAAF-EF15-CB3D-6BF5D14FD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Program/Portfolio Health Dashboard (PHD)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51382E-3C48-6E33-53FD-19982B4D0801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E389B9-8212-0680-1C2E-D997D7CB7B46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63320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948378-DC4F-B0F4-5196-A2847CDC8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Earned Value Management (EVM)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E87321-20AA-2F5A-30A4-FBA1C0CEEFE4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2ABA8A-82AB-1E61-003F-F574971D6921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01795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4843E-EE32-25A2-02AB-223B3361E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Estimate at Completion (EAC) Trend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D850A1-D0C1-457B-6E69-04F5850808A9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928594-40FF-D10D-7BFA-F79D5192B0A9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46049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91806-5232-0BE0-F4CF-BE39C5D535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Contract Performance Report (CPR)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D7629E-5423-CBA0-394D-6A9E3F20CDB1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68E490-2442-91B4-52B3-102F185DE7EC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821169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04B56-1883-042F-0F93-4273ED2E4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Staffing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D2D71B-766D-541C-371F-EF2F31ED8B14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BC67BA-2F2D-A805-979D-1CD5713539F1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9279088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61E08-2A44-7069-53A1-CB5F0468E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Risk Assessment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E373E0-70C9-334B-1C95-3E7D6A1E37C6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EC1874-449E-FF98-555C-5C03970BEDE9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765528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4A394-B764-C2DD-94BA-703F24287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Risk Summary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8514F5-021A-E42E-C83F-45C648120A30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ACEA91-2C74-807E-1F44-19F3AD4DC2BA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628683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C330E-0F0E-9A25-731B-A6DC1217E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Corrective Actions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BBAD59-2B76-5B7E-5F10-ED72B82AF5BA}"/>
              </a:ext>
            </a:extLst>
          </p:cNvPr>
          <p:cNvSpPr txBox="1"/>
          <p:nvPr/>
        </p:nvSpPr>
        <p:spPr>
          <a:xfrm>
            <a:off x="457200" y="1079500"/>
            <a:ext cx="8229600" cy="246221"/>
          </a:xfrm>
          <a:prstGeom prst="rect">
            <a:avLst/>
          </a:prstGeom>
          <a:noFill/>
        </p:spPr>
        <p:txBody>
          <a:bodyPr vert="horz" wrap="square" lIns="0" tIns="0" rIns="0" bIns="0" rtlCol="0" anchorCtr="1">
            <a:sp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600" b="1">
                <a:solidFill>
                  <a:srgbClr val="FF000A"/>
                </a:solidFill>
                <a:latin typeface="Arial" panose="020B0604020202020204" pitchFamily="34" charset="0"/>
              </a:rPr>
              <a:t>Required when EAC growth is 15% or $100k greater than prior month</a:t>
            </a:r>
            <a:endParaRPr lang="en-US" sz="1600" b="1" dirty="0">
              <a:solidFill>
                <a:srgbClr val="FF000A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DC00154-37C9-9CDD-87D9-AE92C19EAFBA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1397000"/>
          <a:ext cx="8229600" cy="5486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853547208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1651878797"/>
                    </a:ext>
                  </a:extLst>
                </a:gridCol>
              </a:tblGrid>
              <a:tr h="158750">
                <a:tc>
                  <a:txBody>
                    <a:bodyPr/>
                    <a:lstStyle/>
                    <a:p>
                      <a:r>
                        <a:rPr lang="en-US" sz="1200" b="1">
                          <a:latin typeface="Arial" panose="020B0604020202020204" pitchFamily="34" charset="0"/>
                        </a:rPr>
                        <a:t>CONTRACT NAME</a:t>
                      </a: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r>
                        <a:rPr lang="en-US" sz="1200" b="1">
                          <a:latin typeface="Arial" panose="020B0604020202020204" pitchFamily="34" charset="0"/>
                        </a:rPr>
                        <a:t>SECTOR or DIVISION</a:t>
                      </a: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2393321509"/>
                  </a:ext>
                </a:extLst>
              </a:tr>
              <a:tr h="158750">
                <a:tc>
                  <a:txBody>
                    <a:bodyPr/>
                    <a:lstStyle/>
                    <a:p>
                      <a:endParaRPr lang="en-US" sz="1200" b="1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 dirty="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2276114895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089BEFE-C0D0-DE1B-9B2B-DF4ED906208B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2133600"/>
          <a:ext cx="8229600" cy="32004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196586811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115658894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32288197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19006138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179649692"/>
                    </a:ext>
                  </a:extLst>
                </a:gridCol>
              </a:tblGrid>
              <a:tr h="230909">
                <a:tc>
                  <a:txBody>
                    <a:bodyPr/>
                    <a:lstStyle/>
                    <a:p>
                      <a:r>
                        <a:rPr lang="en-US" sz="1200" b="1">
                          <a:latin typeface="Arial" panose="020B0604020202020204" pitchFamily="34" charset="0"/>
                        </a:rPr>
                        <a:t>Action</a:t>
                      </a: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r>
                        <a:rPr lang="en-US" sz="1200" b="1">
                          <a:latin typeface="Arial" panose="020B0604020202020204" pitchFamily="34" charset="0"/>
                        </a:rPr>
                        <a:t>Description / Implementation</a:t>
                      </a: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r>
                        <a:rPr lang="en-US" sz="1200" b="1">
                          <a:latin typeface="Arial" panose="020B0604020202020204" pitchFamily="34" charset="0"/>
                        </a:rPr>
                        <a:t>Closure / Success Criteria</a:t>
                      </a: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r>
                        <a:rPr lang="en-US" sz="1200" b="1">
                          <a:latin typeface="Arial" panose="020B0604020202020204" pitchFamily="34" charset="0"/>
                        </a:rPr>
                        <a:t>Responsible Party</a:t>
                      </a: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r>
                        <a:rPr lang="en-US" sz="1200" b="1">
                          <a:latin typeface="Arial" panose="020B0604020202020204" pitchFamily="34" charset="0"/>
                        </a:rPr>
                        <a:t>Target Close Date</a:t>
                      </a: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2716546570"/>
                  </a:ext>
                </a:extLst>
              </a:tr>
              <a:tr h="230909">
                <a:tc>
                  <a:txBody>
                    <a:bodyPr/>
                    <a:lstStyle/>
                    <a:p>
                      <a:endParaRPr lang="en-US" sz="1200" b="1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1699995705"/>
                  </a:ext>
                </a:extLst>
              </a:tr>
              <a:tr h="230909">
                <a:tc>
                  <a:txBody>
                    <a:bodyPr/>
                    <a:lstStyle/>
                    <a:p>
                      <a:endParaRPr lang="en-US" sz="1200" b="1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1871729536"/>
                  </a:ext>
                </a:extLst>
              </a:tr>
              <a:tr h="230909">
                <a:tc>
                  <a:txBody>
                    <a:bodyPr/>
                    <a:lstStyle/>
                    <a:p>
                      <a:endParaRPr lang="en-US" sz="1200" b="1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188913548"/>
                  </a:ext>
                </a:extLst>
              </a:tr>
              <a:tr h="230909">
                <a:tc>
                  <a:txBody>
                    <a:bodyPr/>
                    <a:lstStyle/>
                    <a:p>
                      <a:endParaRPr lang="en-US" sz="1200" b="1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1599785415"/>
                  </a:ext>
                </a:extLst>
              </a:tr>
              <a:tr h="230909">
                <a:tc>
                  <a:txBody>
                    <a:bodyPr/>
                    <a:lstStyle/>
                    <a:p>
                      <a:endParaRPr lang="en-US" sz="1200" b="1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1711147653"/>
                  </a:ext>
                </a:extLst>
              </a:tr>
              <a:tr h="230909">
                <a:tc>
                  <a:txBody>
                    <a:bodyPr/>
                    <a:lstStyle/>
                    <a:p>
                      <a:endParaRPr lang="en-US" sz="1200" b="1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1522902453"/>
                  </a:ext>
                </a:extLst>
              </a:tr>
              <a:tr h="230909">
                <a:tc>
                  <a:txBody>
                    <a:bodyPr/>
                    <a:lstStyle/>
                    <a:p>
                      <a:endParaRPr lang="en-US" sz="1200" b="1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2708719443"/>
                  </a:ext>
                </a:extLst>
              </a:tr>
              <a:tr h="230909">
                <a:tc>
                  <a:txBody>
                    <a:bodyPr/>
                    <a:lstStyle/>
                    <a:p>
                      <a:endParaRPr lang="en-US" sz="1200" b="1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3236577611"/>
                  </a:ext>
                </a:extLst>
              </a:tr>
              <a:tr h="230909">
                <a:tc>
                  <a:txBody>
                    <a:bodyPr/>
                    <a:lstStyle/>
                    <a:p>
                      <a:endParaRPr lang="en-US" sz="1200" b="1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749214335"/>
                  </a:ext>
                </a:extLst>
              </a:tr>
              <a:tr h="230909">
                <a:tc>
                  <a:txBody>
                    <a:bodyPr/>
                    <a:lstStyle/>
                    <a:p>
                      <a:endParaRPr lang="en-US" sz="1200" b="1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endParaRPr lang="en-US" sz="1200" dirty="0">
                        <a:latin typeface="Arial" panose="020B0604020202020204" pitchFamily="34" charset="0"/>
                      </a:endParaRPr>
                    </a:p>
                  </a:txBody>
                  <a:tcPr anchor="ctr" anchorCtr="1"/>
                </a:tc>
                <a:extLst>
                  <a:ext uri="{0D108BD9-81ED-4DB2-BD59-A6C34878D82A}">
                    <a16:rowId xmlns:a16="http://schemas.microsoft.com/office/drawing/2014/main" val="3572334321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7903199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CECA2-CCB2-F3BC-64A4-E4D8AE428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Quality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FF2988-AB75-BDF3-BEF6-190A2DA78CBD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61CDE1-6178-9EC8-A11A-BC8CFBA60C38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90844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D78B7-EB4E-0D16-E0F8-F8F33A29E2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Engineering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5F9F40-B260-0FAE-C1CC-84515F108E79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0F43B3-C62E-D2B1-27E8-9BA74694BCC9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00217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DC3E7-21A7-1B66-CED9-16895935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Software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BB4084-7D30-54CB-FEB0-882891488A6B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C48A4E-7ABF-15B3-E695-508EBDF6A35A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5145261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5465B-E8A3-4AD9-D233-3409D1941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Material Management (Direct Dollars)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317BAF-36CA-2D50-1C47-532E2E7381C1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18556B-D41A-F77E-8622-637B33D52275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059185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C8E3AD-C1C8-5A9F-D3C6-76C5FB6635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Supply Chain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C1EC1C-E0DE-54DC-B0CA-BD2F3538B1D8}"/>
              </a:ext>
            </a:extLst>
          </p:cNvPr>
          <p:cNvSpPr txBox="1"/>
          <p:nvPr/>
        </p:nvSpPr>
        <p:spPr>
          <a:xfrm>
            <a:off x="274320" y="5678424"/>
            <a:ext cx="8595360" cy="173736"/>
          </a:xfrm>
          <a:prstGeom prst="rect">
            <a:avLst/>
          </a:prstGeom>
          <a:pattFill>
            <a:fgClr>
              <a:srgbClr val="172430"/>
            </a:fgClr>
            <a:bgClr>
              <a:srgbClr val="172430"/>
            </a:bgClr>
          </a:pattFill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r>
              <a:rPr lang="en-US" sz="1000" b="1">
                <a:solidFill>
                  <a:srgbClr val="FFFFFF"/>
                </a:solidFill>
                <a:latin typeface="Arial" panose="020B0604020202020204" pitchFamily="34" charset="0"/>
              </a:rPr>
              <a:t>  Key Messages</a:t>
            </a:r>
            <a:endParaRPr lang="en-US" sz="10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D0DBF1-B213-86D0-4E66-43BB53D97964}"/>
              </a:ext>
            </a:extLst>
          </p:cNvPr>
          <p:cNvSpPr txBox="1"/>
          <p:nvPr/>
        </p:nvSpPr>
        <p:spPr>
          <a:xfrm>
            <a:off x="274320" y="5852160"/>
            <a:ext cx="8595360" cy="64008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lnSpc>
                <a:spcPct val="100000"/>
              </a:lnSpc>
              <a:spcBef>
                <a:spcPts val="900"/>
              </a:spcBef>
              <a:buSzPct val="100000"/>
            </a:pPr>
            <a:endParaRPr lang="en-US" sz="1000" dirty="0">
              <a:latin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8019220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GRAMSUMMARY" val="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RTFOLIOSUMMARY" val="4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GRAMASSESSMENT" val="5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GHLIGHTSLOWLIGHTS" val="6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NTRACTSSUMMARY" val="7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OPSUMMARY" val="8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FINANCIALSUMMARY" val="9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" val="10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OGRAMHEALTHDASHBOARD" val="1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ARNEDVALUEMANAGEMENT" val="1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STIMATEATCOMPLETE" val="13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NTRACTPERFORMANCEREPORT" val="14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AFFING" val="15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ISKASSESSMENT" val="16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ISKBURNDOWNCHART" val="17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RRECTIVEACTIONS" val="18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QUALITY" val="19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NGINEERING" val="20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OFTWARE" val="2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ATERIALMANAGEMENT" val="22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UPPLYCHAIN" val="23"/>
</p:tagLst>
</file>

<file path=ppt/theme/theme1.xml><?xml version="1.0" encoding="utf-8"?>
<a:theme xmlns:a="http://schemas.openxmlformats.org/drawingml/2006/main" name="L3Harris">
  <a:themeElements>
    <a:clrScheme name="L3Harris Colors">
      <a:dk1>
        <a:srgbClr val="283030"/>
      </a:dk1>
      <a:lt1>
        <a:srgbClr val="FFFFFF"/>
      </a:lt1>
      <a:dk2>
        <a:srgbClr val="FF000A"/>
      </a:dk2>
      <a:lt2>
        <a:srgbClr val="A4E3E4"/>
      </a:lt2>
      <a:accent1>
        <a:srgbClr val="172430"/>
      </a:accent1>
      <a:accent2>
        <a:srgbClr val="4A98D0"/>
      </a:accent2>
      <a:accent3>
        <a:srgbClr val="2E5194"/>
      </a:accent3>
      <a:accent4>
        <a:srgbClr val="39A067"/>
      </a:accent4>
      <a:accent5>
        <a:srgbClr val="58595B"/>
      </a:accent5>
      <a:accent6>
        <a:srgbClr val="E35205"/>
      </a:accent6>
      <a:hlink>
        <a:srgbClr val="2E5194"/>
      </a:hlink>
      <a:folHlink>
        <a:srgbClr val="2E5194"/>
      </a:folHlink>
    </a:clrScheme>
    <a:fontScheme name="L3Harris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3Harris Effect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 cap="sq" cmpd="sng" algn="ctr">
          <a:solidFill>
            <a:schemeClr val="phClr"/>
          </a:solidFill>
          <a:prstDash val="solid"/>
        </a:ln>
        <a:ln w="12700" cap="sq" cmpd="sng" algn="ctr">
          <a:solidFill>
            <a:schemeClr val="phClr"/>
          </a:solidFill>
          <a:prstDash val="solid"/>
        </a:ln>
        <a:ln w="12700" cap="sq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127000" dist="63500" dir="2700000" algn="b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ln>
          <a:noFill/>
        </a:ln>
      </a:spPr>
      <a:bodyPr/>
      <a:lstStyle>
        <a:defPPr algn="ctr">
          <a:lnSpc>
            <a:spcPct val="100000"/>
          </a:lnSpc>
          <a:defRPr sz="1600"/>
        </a:defPPr>
      </a:lstStyle>
      <a:style>
        <a:lnRef idx="0">
          <a:schemeClr val="accent1"/>
        </a:lnRef>
        <a:fillRef idx="1">
          <a:schemeClr val="accent1"/>
        </a:fillRef>
        <a:effectRef idx="0">
          <a:srgbClr val="000000"/>
        </a:effectRef>
        <a:fontRef idx="minor">
          <a:schemeClr val="lt2"/>
        </a:fontRef>
      </a:style>
    </a:spDef>
    <a:lnDef>
      <a:spPr>
        <a:ln w="12700" cap="sq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rgbClr val="000000"/>
        </a:effectRef>
        <a:fontRef idx="minor">
          <a:schemeClr val="lt2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lnSpc>
            <a:spcPct val="100000"/>
          </a:lnSpc>
          <a:spcBef>
            <a:spcPts val="900"/>
          </a:spcBef>
          <a:buSzPct val="100000"/>
          <a:defRPr sz="18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4x3_L3Harris_PPT_Proprietary_Template.potx" id="{04AD8F0F-BC8E-4447-A029-835EE3A2F05A}" vid="{7A1CC4BB-6803-4AB4-B7BB-1EA0033DE15D}"/>
    </a:ext>
  </a:extLst>
</a:theme>
</file>

<file path=ppt/theme/theme2.xml><?xml version="1.0" encoding="utf-8"?>
<a:theme xmlns:a="http://schemas.openxmlformats.org/drawingml/2006/main" name="L3Harris">
  <a:themeElements>
    <a:clrScheme name="L3Harris Colors">
      <a:dk1>
        <a:srgbClr val="283030"/>
      </a:dk1>
      <a:lt1>
        <a:srgbClr val="FFFFFF"/>
      </a:lt1>
      <a:dk2>
        <a:srgbClr val="FF000A"/>
      </a:dk2>
      <a:lt2>
        <a:srgbClr val="A4E3E4"/>
      </a:lt2>
      <a:accent1>
        <a:srgbClr val="172430"/>
      </a:accent1>
      <a:accent2>
        <a:srgbClr val="4A98D0"/>
      </a:accent2>
      <a:accent3>
        <a:srgbClr val="2E5194"/>
      </a:accent3>
      <a:accent4>
        <a:srgbClr val="39A067"/>
      </a:accent4>
      <a:accent5>
        <a:srgbClr val="58595B"/>
      </a:accent5>
      <a:accent6>
        <a:srgbClr val="E35205"/>
      </a:accent6>
      <a:hlink>
        <a:srgbClr val="2E5194"/>
      </a:hlink>
      <a:folHlink>
        <a:srgbClr val="2E5194"/>
      </a:folHlink>
    </a:clrScheme>
    <a:fontScheme name="L3Harris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3Harris Effect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 cap="sq" cmpd="sng" algn="ctr">
          <a:solidFill>
            <a:schemeClr val="phClr"/>
          </a:solidFill>
          <a:prstDash val="solid"/>
        </a:ln>
        <a:ln w="12700" cap="sq" cmpd="sng" algn="ctr">
          <a:solidFill>
            <a:schemeClr val="phClr"/>
          </a:solidFill>
          <a:prstDash val="solid"/>
        </a:ln>
        <a:ln w="12700" cap="sq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127000" dist="63500" dir="2700000" algn="b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ln>
          <a:noFill/>
        </a:ln>
      </a:spPr>
      <a:bodyPr/>
      <a:lstStyle>
        <a:defPPr algn="ctr">
          <a:lnSpc>
            <a:spcPct val="100000"/>
          </a:lnSpc>
          <a:defRPr sz="1600"/>
        </a:defPPr>
      </a:lstStyle>
      <a:style>
        <a:lnRef idx="0">
          <a:schemeClr val="accent1"/>
        </a:lnRef>
        <a:fillRef idx="1">
          <a:schemeClr val="accent1"/>
        </a:fillRef>
        <a:effectRef idx="0">
          <a:srgbClr val="000000"/>
        </a:effectRef>
        <a:fontRef idx="minor">
          <a:schemeClr val="lt2"/>
        </a:fontRef>
      </a:style>
    </a:spDef>
    <a:lnDef>
      <a:spPr>
        <a:ln w="12700" cap="sq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rgbClr val="000000"/>
        </a:effectRef>
        <a:fontRef idx="minor">
          <a:schemeClr val="lt2"/>
        </a:fontRef>
      </a:style>
    </a:lnDef>
    <a:txDef>
      <a:spPr>
        <a:noFill/>
      </a:spPr>
      <a:bodyPr wrap="square" lIns="0" tIns="0" rIns="0" bIns="0" rtlCol="0">
        <a:noAutofit/>
      </a:bodyPr>
      <a:lstStyle>
        <a:defPPr marL="171450" indent="-171450">
          <a:lnSpc>
            <a:spcPct val="100000"/>
          </a:lnSpc>
          <a:spcBef>
            <a:spcPts val="900"/>
          </a:spcBef>
          <a:buSzPct val="100000"/>
          <a:buFont typeface="Arial"/>
          <a:buChar char="•"/>
          <a:defRPr sz="1800"/>
        </a:defPPr>
      </a:lstStyle>
    </a:txDef>
  </a:objectDefaults>
  <a:extraClrSchemeLst/>
</a:theme>
</file>

<file path=ppt/theme/theme3.xml><?xml version="1.0" encoding="utf-8"?>
<a:theme xmlns:a="http://schemas.openxmlformats.org/drawingml/2006/main" name="L3Harris">
  <a:themeElements>
    <a:clrScheme name="L3Harris Colors">
      <a:dk1>
        <a:srgbClr val="283030"/>
      </a:dk1>
      <a:lt1>
        <a:srgbClr val="FFFFFF"/>
      </a:lt1>
      <a:dk2>
        <a:srgbClr val="FF000A"/>
      </a:dk2>
      <a:lt2>
        <a:srgbClr val="A4E3E4"/>
      </a:lt2>
      <a:accent1>
        <a:srgbClr val="172430"/>
      </a:accent1>
      <a:accent2>
        <a:srgbClr val="4A98D0"/>
      </a:accent2>
      <a:accent3>
        <a:srgbClr val="2E5194"/>
      </a:accent3>
      <a:accent4>
        <a:srgbClr val="39A067"/>
      </a:accent4>
      <a:accent5>
        <a:srgbClr val="58595B"/>
      </a:accent5>
      <a:accent6>
        <a:srgbClr val="E35205"/>
      </a:accent6>
      <a:hlink>
        <a:srgbClr val="2E5194"/>
      </a:hlink>
      <a:folHlink>
        <a:srgbClr val="2E5194"/>
      </a:folHlink>
    </a:clrScheme>
    <a:fontScheme name="L3Harris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3Harris Effect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 cap="sq" cmpd="sng" algn="ctr">
          <a:solidFill>
            <a:schemeClr val="phClr"/>
          </a:solidFill>
          <a:prstDash val="solid"/>
        </a:ln>
        <a:ln w="12700" cap="sq" cmpd="sng" algn="ctr">
          <a:solidFill>
            <a:schemeClr val="phClr"/>
          </a:solidFill>
          <a:prstDash val="solid"/>
        </a:ln>
        <a:ln w="12700" cap="sq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127000" dist="63500" dir="2700000" algn="b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ln>
          <a:noFill/>
        </a:ln>
      </a:spPr>
      <a:bodyPr/>
      <a:lstStyle>
        <a:defPPr algn="ctr">
          <a:lnSpc>
            <a:spcPct val="100000"/>
          </a:lnSpc>
          <a:defRPr sz="1600"/>
        </a:defPPr>
      </a:lstStyle>
      <a:style>
        <a:lnRef idx="0">
          <a:schemeClr val="accent1"/>
        </a:lnRef>
        <a:fillRef idx="1">
          <a:schemeClr val="accent1"/>
        </a:fillRef>
        <a:effectRef idx="0">
          <a:srgbClr val="000000"/>
        </a:effectRef>
        <a:fontRef idx="minor">
          <a:schemeClr val="lt2"/>
        </a:fontRef>
      </a:style>
    </a:spDef>
    <a:lnDef>
      <a:spPr>
        <a:ln w="12700" cap="sq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rgbClr val="000000"/>
        </a:effectRef>
        <a:fontRef idx="minor">
          <a:schemeClr val="lt2"/>
        </a:fontRef>
      </a:style>
    </a:lnDef>
    <a:txDef>
      <a:spPr>
        <a:noFill/>
      </a:spPr>
      <a:bodyPr wrap="square" lIns="0" tIns="0" rIns="0" bIns="0" rtlCol="0">
        <a:noAutofit/>
      </a:bodyPr>
      <a:lstStyle>
        <a:defPPr marL="171450" indent="-171450">
          <a:lnSpc>
            <a:spcPct val="100000"/>
          </a:lnSpc>
          <a:spcBef>
            <a:spcPts val="900"/>
          </a:spcBef>
          <a:buSzPct val="100000"/>
          <a:buFont typeface="Arial"/>
          <a:buChar char="•"/>
          <a:defRPr sz="1800"/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</TotalTime>
  <Words>167</Words>
  <Application>Microsoft Office PowerPoint</Application>
  <PresentationFormat>On-screen Show (4:3)</PresentationFormat>
  <Paragraphs>50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4" baseType="lpstr">
      <vt:lpstr>Arial</vt:lpstr>
      <vt:lpstr>L3Harris</vt:lpstr>
      <vt:lpstr>Program_name</vt:lpstr>
      <vt:lpstr>Program Summary</vt:lpstr>
      <vt:lpstr>Portfolio Summary</vt:lpstr>
      <vt:lpstr>Portfolio Assessment</vt:lpstr>
      <vt:lpstr>Highlights/Lowlights</vt:lpstr>
      <vt:lpstr>Contracts Summary</vt:lpstr>
      <vt:lpstr>Annual Operating Plan (AOP) Summary</vt:lpstr>
      <vt:lpstr>Financial Summary</vt:lpstr>
      <vt:lpstr>Schedule Metrics and Analysis Reporting Tool (SMART)</vt:lpstr>
      <vt:lpstr>Program/Portfolio Health Dashboard (PHD)</vt:lpstr>
      <vt:lpstr>Earned Value Management (EVM)</vt:lpstr>
      <vt:lpstr>Estimate at Completion (EAC) Trend</vt:lpstr>
      <vt:lpstr>Contract Performance Report (CPR)</vt:lpstr>
      <vt:lpstr>Staffing</vt:lpstr>
      <vt:lpstr>Risk Assessment</vt:lpstr>
      <vt:lpstr>Risk Summary</vt:lpstr>
      <vt:lpstr>Corrective Actions</vt:lpstr>
      <vt:lpstr>Quality</vt:lpstr>
      <vt:lpstr>Engineering</vt:lpstr>
      <vt:lpstr>Software</vt:lpstr>
      <vt:lpstr>Material Management (Direct Dollars)</vt:lpstr>
      <vt:lpstr>Supply Chain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Charbonneau, Nathaniel (US) - SAS</dc:creator>
  <cp:keywords/>
  <dc:description/>
  <cp:lastModifiedBy>Charbonneau, Nathaniel (US) - SMS</cp:lastModifiedBy>
  <cp:revision>6</cp:revision>
  <dcterms:created xsi:type="dcterms:W3CDTF">2025-04-01T19:31:03Z</dcterms:created>
  <dcterms:modified xsi:type="dcterms:W3CDTF">2026-02-02T20:31:40Z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8646e0b-a435-48bd-bb2e-6a777753dede_Enabled">
    <vt:lpwstr>true</vt:lpwstr>
  </property>
  <property fmtid="{D5CDD505-2E9C-101B-9397-08002B2CF9AE}" pid="3" name="MSIP_Label_a8646e0b-a435-48bd-bb2e-6a777753dede_SetDate">
    <vt:lpwstr>2025-10-06T19:31:34Z</vt:lpwstr>
  </property>
  <property fmtid="{D5CDD505-2E9C-101B-9397-08002B2CF9AE}" pid="4" name="MSIP_Label_a8646e0b-a435-48bd-bb2e-6a777753dede_Method">
    <vt:lpwstr>Privileged</vt:lpwstr>
  </property>
  <property fmtid="{D5CDD505-2E9C-101B-9397-08002B2CF9AE}" pid="5" name="MSIP_Label_a8646e0b-a435-48bd-bb2e-6a777753dede_Name">
    <vt:lpwstr>Unrestricted</vt:lpwstr>
  </property>
  <property fmtid="{D5CDD505-2E9C-101B-9397-08002B2CF9AE}" pid="6" name="MSIP_Label_a8646e0b-a435-48bd-bb2e-6a777753dede_SiteId">
    <vt:lpwstr>ba488c5e-f105-4a2b-a8b1-b57b26a44117</vt:lpwstr>
  </property>
  <property fmtid="{D5CDD505-2E9C-101B-9397-08002B2CF9AE}" pid="7" name="MSIP_Label_a8646e0b-a435-48bd-bb2e-6a777753dede_ActionId">
    <vt:lpwstr>459be875-b24e-46ae-b4fc-7e27dc1b2100</vt:lpwstr>
  </property>
  <property fmtid="{D5CDD505-2E9C-101B-9397-08002B2CF9AE}" pid="8" name="MSIP_Label_a8646e0b-a435-48bd-bb2e-6a777753dede_ContentBits">
    <vt:lpwstr>0</vt:lpwstr>
  </property>
  <property fmtid="{D5CDD505-2E9C-101B-9397-08002B2CF9AE}" pid="9" name="MSIP_Label_a8646e0b-a435-48bd-bb2e-6a777753dede_Tag">
    <vt:lpwstr>10, 0, 1, 1</vt:lpwstr>
  </property>
</Properties>
</file>